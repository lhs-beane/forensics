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Master+xml" PartName="/ppt/slideMasters/slideMaster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theme+xml" PartName="/ppt/theme/theme5.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3" r:id="rId4"/>
    <p:sldMasterId id="2147483654" r:id="rId5"/>
    <p:sldMasterId id="2147483655" r:id="rId6"/>
    <p:sldMasterId id="2147483656" r:id="rId7"/>
  </p:sldMasterIdLst>
  <p:notesMasterIdLst>
    <p:notesMasterId r:id="rId8"/>
  </p:notes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 id="268" r:id="rId21"/>
    <p:sldId id="269" r:id="rId22"/>
    <p:sldId id="270" r:id="rId23"/>
    <p:sldId id="271" r:id="rId24"/>
    <p:sldId id="272" r:id="rId25"/>
    <p:sldId id="273" r:id="rId26"/>
    <p:sldId id="274" r:id="rId27"/>
    <p:sldId id="275" r:id="rId28"/>
    <p:sldId id="276" r:id="rId29"/>
    <p:sldId id="277" r:id="rId30"/>
    <p:sldId id="278" r:id="rId31"/>
    <p:sldId id="279" r:id="rId32"/>
    <p:sldId id="280" r:id="rId33"/>
    <p:sldId id="281" r:id="rId34"/>
    <p:sldId id="282" r:id="rId35"/>
  </p:sldIdLst>
  <p:sldSz cy="6858000" cx="9144000"/>
  <p:notesSz cx="7077075" cy="9363075"/>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2.xml"/><Relationship Id="rId22" Type="http://schemas.openxmlformats.org/officeDocument/2006/relationships/slide" Target="slides/slide14.xml"/><Relationship Id="rId21" Type="http://schemas.openxmlformats.org/officeDocument/2006/relationships/slide" Target="slides/slide13.xml"/><Relationship Id="rId24" Type="http://schemas.openxmlformats.org/officeDocument/2006/relationships/slide" Target="slides/slide16.xml"/><Relationship Id="rId23" Type="http://schemas.openxmlformats.org/officeDocument/2006/relationships/slide" Target="slides/slide15.xml"/><Relationship Id="rId1" Type="http://schemas.openxmlformats.org/officeDocument/2006/relationships/theme" Target="theme/theme5.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1.xml"/><Relationship Id="rId26" Type="http://schemas.openxmlformats.org/officeDocument/2006/relationships/slide" Target="slides/slide18.xml"/><Relationship Id="rId25" Type="http://schemas.openxmlformats.org/officeDocument/2006/relationships/slide" Target="slides/slide17.xml"/><Relationship Id="rId28" Type="http://schemas.openxmlformats.org/officeDocument/2006/relationships/slide" Target="slides/slide20.xml"/><Relationship Id="rId27" Type="http://schemas.openxmlformats.org/officeDocument/2006/relationships/slide" Target="slides/slide19.xml"/><Relationship Id="rId5" Type="http://schemas.openxmlformats.org/officeDocument/2006/relationships/slideMaster" Target="slideMasters/slideMaster2.xml"/><Relationship Id="rId6" Type="http://schemas.openxmlformats.org/officeDocument/2006/relationships/slideMaster" Target="slideMasters/slideMaster3.xml"/><Relationship Id="rId29" Type="http://schemas.openxmlformats.org/officeDocument/2006/relationships/slide" Target="slides/slide21.xml"/><Relationship Id="rId7" Type="http://schemas.openxmlformats.org/officeDocument/2006/relationships/slideMaster" Target="slideMasters/slideMaster4.xml"/><Relationship Id="rId8" Type="http://schemas.openxmlformats.org/officeDocument/2006/relationships/notesMaster" Target="notesMasters/notesMaster1.xml"/><Relationship Id="rId31" Type="http://schemas.openxmlformats.org/officeDocument/2006/relationships/slide" Target="slides/slide23.xml"/><Relationship Id="rId30" Type="http://schemas.openxmlformats.org/officeDocument/2006/relationships/slide" Target="slides/slide22.xml"/><Relationship Id="rId11" Type="http://schemas.openxmlformats.org/officeDocument/2006/relationships/slide" Target="slides/slide3.xml"/><Relationship Id="rId33" Type="http://schemas.openxmlformats.org/officeDocument/2006/relationships/slide" Target="slides/slide25.xml"/><Relationship Id="rId10" Type="http://schemas.openxmlformats.org/officeDocument/2006/relationships/slide" Target="slides/slide2.xml"/><Relationship Id="rId32" Type="http://schemas.openxmlformats.org/officeDocument/2006/relationships/slide" Target="slides/slide24.xml"/><Relationship Id="rId13" Type="http://schemas.openxmlformats.org/officeDocument/2006/relationships/slide" Target="slides/slide5.xml"/><Relationship Id="rId35" Type="http://schemas.openxmlformats.org/officeDocument/2006/relationships/slide" Target="slides/slide27.xml"/><Relationship Id="rId12" Type="http://schemas.openxmlformats.org/officeDocument/2006/relationships/slide" Target="slides/slide4.xml"/><Relationship Id="rId34" Type="http://schemas.openxmlformats.org/officeDocument/2006/relationships/slide" Target="slides/slide26.xml"/><Relationship Id="rId15" Type="http://schemas.openxmlformats.org/officeDocument/2006/relationships/slide" Target="slides/slide7.xml"/><Relationship Id="rId14" Type="http://schemas.openxmlformats.org/officeDocument/2006/relationships/slide" Target="slides/slide6.xml"/><Relationship Id="rId17" Type="http://schemas.openxmlformats.org/officeDocument/2006/relationships/slide" Target="slides/slide9.xml"/><Relationship Id="rId16" Type="http://schemas.openxmlformats.org/officeDocument/2006/relationships/slide" Target="slides/slide8.xml"/><Relationship Id="rId19" Type="http://schemas.openxmlformats.org/officeDocument/2006/relationships/slide" Target="slides/slide11.xml"/><Relationship Id="rId18"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067050" cy="468312"/>
          </a:xfrm>
          <a:prstGeom prst="rect">
            <a:avLst/>
          </a:prstGeom>
          <a:noFill/>
          <a:ln>
            <a:noFill/>
          </a:ln>
        </p:spPr>
        <p:txBody>
          <a:bodyPr anchorCtr="0" anchor="t" bIns="46950" lIns="93925" spcFirstLastPara="1" rIns="93925" wrap="square" tIns="46950">
            <a:noAutofit/>
          </a:bodyPr>
          <a:lstStyle>
            <a:lvl1pPr lvl="0"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9pPr>
          </a:lstStyle>
          <a:p/>
        </p:txBody>
      </p:sp>
      <p:sp>
        <p:nvSpPr>
          <p:cNvPr id="4" name="Google Shape;4;n"/>
          <p:cNvSpPr txBox="1"/>
          <p:nvPr>
            <p:ph idx="10" type="dt"/>
          </p:nvPr>
        </p:nvSpPr>
        <p:spPr>
          <a:xfrm>
            <a:off x="4008437" y="0"/>
            <a:ext cx="3067050" cy="468312"/>
          </a:xfrm>
          <a:prstGeom prst="rect">
            <a:avLst/>
          </a:prstGeom>
          <a:noFill/>
          <a:ln>
            <a:noFill/>
          </a:ln>
        </p:spPr>
        <p:txBody>
          <a:bodyPr anchorCtr="0" anchor="t" bIns="46950" lIns="93925" spcFirstLastPara="1" rIns="93925" wrap="square" tIns="46950">
            <a:noAutofit/>
          </a:bodyPr>
          <a:lstStyle>
            <a:lvl1pPr lvl="0"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9pPr>
          </a:lstStyle>
          <a:p/>
        </p:txBody>
      </p:sp>
      <p:sp>
        <p:nvSpPr>
          <p:cNvPr id="5" name="Google Shape;5;n"/>
          <p:cNvSpPr/>
          <p:nvPr>
            <p:ph idx="3" type="sldImg"/>
          </p:nvPr>
        </p:nvSpPr>
        <p:spPr>
          <a:xfrm>
            <a:off x="1198562" y="701675"/>
            <a:ext cx="4681537" cy="35115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6" name="Google Shape;6;n"/>
          <p:cNvSpPr txBox="1"/>
          <p:nvPr>
            <p:ph idx="1" type="body"/>
          </p:nvPr>
        </p:nvSpPr>
        <p:spPr>
          <a:xfrm>
            <a:off x="708025" y="4448175"/>
            <a:ext cx="5661025" cy="4213225"/>
          </a:xfrm>
          <a:prstGeom prst="rect">
            <a:avLst/>
          </a:prstGeom>
          <a:noFill/>
          <a:ln>
            <a:noFill/>
          </a:ln>
        </p:spPr>
        <p:txBody>
          <a:bodyPr anchorCtr="0" anchor="t" bIns="46950" lIns="93925" spcFirstLastPara="1" rIns="93925" wrap="square" tIns="46950">
            <a:no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7" name="Google Shape;7;n"/>
          <p:cNvSpPr txBox="1"/>
          <p:nvPr>
            <p:ph idx="11" type="ftr"/>
          </p:nvPr>
        </p:nvSpPr>
        <p:spPr>
          <a:xfrm>
            <a:off x="0" y="8893175"/>
            <a:ext cx="3067050" cy="468312"/>
          </a:xfrm>
          <a:prstGeom prst="rect">
            <a:avLst/>
          </a:prstGeom>
          <a:noFill/>
          <a:ln>
            <a:noFill/>
          </a:ln>
        </p:spPr>
        <p:txBody>
          <a:bodyPr anchorCtr="0" anchor="b" bIns="46950" lIns="93925" spcFirstLastPara="1" rIns="93925" wrap="square" tIns="46950">
            <a:noAutofit/>
          </a:bodyPr>
          <a:lstStyle>
            <a:lvl1pPr lvl="0"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9pPr>
          </a:lstStyle>
          <a:p/>
        </p:txBody>
      </p:sp>
      <p:sp>
        <p:nvSpPr>
          <p:cNvPr id="8" name="Google Shape;8;n"/>
          <p:cNvSpPr txBox="1"/>
          <p:nvPr>
            <p:ph idx="12" type="sldNum"/>
          </p:nvPr>
        </p:nvSpPr>
        <p:spPr>
          <a:xfrm>
            <a:off x="4008437" y="8893175"/>
            <a:ext cx="3067050" cy="468312"/>
          </a:xfrm>
          <a:prstGeom prst="rect">
            <a:avLst/>
          </a:prstGeom>
          <a:noFill/>
          <a:ln>
            <a:noFill/>
          </a:ln>
        </p:spPr>
        <p:txBody>
          <a:bodyPr anchorCtr="0" anchor="b" bIns="46950" lIns="93925" spcFirstLastPara="1" rIns="93925" wrap="square" tIns="4695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rgbClr val="000000"/>
                </a:solidFill>
                <a:latin typeface="Arial"/>
                <a:ea typeface="Arial"/>
                <a:cs typeface="Arial"/>
                <a:sym typeface="Arial"/>
              </a:rPr>
              <a:t>‹#›</a:t>
            </a:fld>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p1:notes"/>
          <p:cNvSpPr txBox="1"/>
          <p:nvPr>
            <p:ph idx="1" type="body"/>
          </p:nvPr>
        </p:nvSpPr>
        <p:spPr>
          <a:xfrm>
            <a:off x="708025" y="4448175"/>
            <a:ext cx="5661025" cy="4213225"/>
          </a:xfrm>
          <a:prstGeom prst="rect">
            <a:avLst/>
          </a:prstGeom>
        </p:spPr>
        <p:txBody>
          <a:bodyPr anchorCtr="0" anchor="t" bIns="46950" lIns="93925" spcFirstLastPara="1" rIns="93925" wrap="square" tIns="46950">
            <a:noAutofit/>
          </a:bodyPr>
          <a:lstStyle/>
          <a:p>
            <a:pPr indent="0" lvl="0" marL="0" rtl="0" algn="l">
              <a:spcBef>
                <a:spcPts val="0"/>
              </a:spcBef>
              <a:spcAft>
                <a:spcPts val="0"/>
              </a:spcAft>
              <a:buNone/>
            </a:pPr>
            <a:r>
              <a:t/>
            </a:r>
            <a:endParaRPr/>
          </a:p>
        </p:txBody>
      </p:sp>
      <p:sp>
        <p:nvSpPr>
          <p:cNvPr id="66" name="Google Shape;66;p1:notes"/>
          <p:cNvSpPr/>
          <p:nvPr>
            <p:ph idx="2" type="sldImg"/>
          </p:nvPr>
        </p:nvSpPr>
        <p:spPr>
          <a:xfrm>
            <a:off x="1198562" y="701675"/>
            <a:ext cx="4681537" cy="35115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p2:notes"/>
          <p:cNvSpPr txBox="1"/>
          <p:nvPr>
            <p:ph idx="1" type="body"/>
          </p:nvPr>
        </p:nvSpPr>
        <p:spPr>
          <a:xfrm>
            <a:off x="708025" y="4448175"/>
            <a:ext cx="5661025" cy="4213225"/>
          </a:xfrm>
          <a:prstGeom prst="rect">
            <a:avLst/>
          </a:prstGeom>
        </p:spPr>
        <p:txBody>
          <a:bodyPr anchorCtr="0" anchor="t" bIns="46950" lIns="93925" spcFirstLastPara="1" rIns="93925" wrap="square" tIns="46950">
            <a:noAutofit/>
          </a:bodyPr>
          <a:lstStyle/>
          <a:p>
            <a:pPr indent="0" lvl="0" marL="0" rtl="0" algn="l">
              <a:spcBef>
                <a:spcPts val="0"/>
              </a:spcBef>
              <a:spcAft>
                <a:spcPts val="0"/>
              </a:spcAft>
              <a:buNone/>
            </a:pPr>
            <a:r>
              <a:t/>
            </a:r>
            <a:endParaRPr/>
          </a:p>
        </p:txBody>
      </p:sp>
      <p:sp>
        <p:nvSpPr>
          <p:cNvPr id="74" name="Google Shape;74;p2:notes"/>
          <p:cNvSpPr/>
          <p:nvPr>
            <p:ph idx="2" type="sldImg"/>
          </p:nvPr>
        </p:nvSpPr>
        <p:spPr>
          <a:xfrm>
            <a:off x="1198562" y="701675"/>
            <a:ext cx="4681537" cy="35115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p3:notes"/>
          <p:cNvSpPr txBox="1"/>
          <p:nvPr>
            <p:ph idx="1" type="body"/>
          </p:nvPr>
        </p:nvSpPr>
        <p:spPr>
          <a:xfrm>
            <a:off x="708025" y="4448175"/>
            <a:ext cx="5661025" cy="4213225"/>
          </a:xfrm>
          <a:prstGeom prst="rect">
            <a:avLst/>
          </a:prstGeom>
        </p:spPr>
        <p:txBody>
          <a:bodyPr anchorCtr="0" anchor="t" bIns="46950" lIns="93925" spcFirstLastPara="1" rIns="93925" wrap="square" tIns="46950">
            <a:noAutofit/>
          </a:bodyPr>
          <a:lstStyle/>
          <a:p>
            <a:pPr indent="0" lvl="0" marL="0" rtl="0" algn="l">
              <a:spcBef>
                <a:spcPts val="0"/>
              </a:spcBef>
              <a:spcAft>
                <a:spcPts val="0"/>
              </a:spcAft>
              <a:buNone/>
            </a:pPr>
            <a:r>
              <a:t/>
            </a:r>
            <a:endParaRPr/>
          </a:p>
        </p:txBody>
      </p:sp>
      <p:sp>
        <p:nvSpPr>
          <p:cNvPr id="81" name="Google Shape;81;p3:notes"/>
          <p:cNvSpPr/>
          <p:nvPr>
            <p:ph idx="2" type="sldImg"/>
          </p:nvPr>
        </p:nvSpPr>
        <p:spPr>
          <a:xfrm>
            <a:off x="1198562" y="701675"/>
            <a:ext cx="4681537" cy="35115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p4:notes"/>
          <p:cNvSpPr txBox="1"/>
          <p:nvPr>
            <p:ph idx="1" type="body"/>
          </p:nvPr>
        </p:nvSpPr>
        <p:spPr>
          <a:xfrm>
            <a:off x="708025" y="4448175"/>
            <a:ext cx="5661025" cy="4213225"/>
          </a:xfrm>
          <a:prstGeom prst="rect">
            <a:avLst/>
          </a:prstGeom>
        </p:spPr>
        <p:txBody>
          <a:bodyPr anchorCtr="0" anchor="t" bIns="46950" lIns="93925" spcFirstLastPara="1" rIns="93925" wrap="square" tIns="46950">
            <a:noAutofit/>
          </a:bodyPr>
          <a:lstStyle/>
          <a:p>
            <a:pPr indent="0" lvl="0" marL="0" rtl="0" algn="l">
              <a:spcBef>
                <a:spcPts val="0"/>
              </a:spcBef>
              <a:spcAft>
                <a:spcPts val="0"/>
              </a:spcAft>
              <a:buNone/>
            </a:pPr>
            <a:r>
              <a:t/>
            </a:r>
            <a:endParaRPr/>
          </a:p>
        </p:txBody>
      </p:sp>
      <p:sp>
        <p:nvSpPr>
          <p:cNvPr id="88" name="Google Shape;88;p4:notes"/>
          <p:cNvSpPr/>
          <p:nvPr>
            <p:ph idx="2" type="sldImg"/>
          </p:nvPr>
        </p:nvSpPr>
        <p:spPr>
          <a:xfrm>
            <a:off x="1198562" y="701675"/>
            <a:ext cx="4681537" cy="35115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p5:notes"/>
          <p:cNvSpPr txBox="1"/>
          <p:nvPr>
            <p:ph idx="1" type="body"/>
          </p:nvPr>
        </p:nvSpPr>
        <p:spPr>
          <a:xfrm>
            <a:off x="708025" y="4448175"/>
            <a:ext cx="5661025" cy="4213225"/>
          </a:xfrm>
          <a:prstGeom prst="rect">
            <a:avLst/>
          </a:prstGeom>
        </p:spPr>
        <p:txBody>
          <a:bodyPr anchorCtr="0" anchor="t" bIns="46950" lIns="93925" spcFirstLastPara="1" rIns="93925" wrap="square" tIns="46950">
            <a:noAutofit/>
          </a:bodyPr>
          <a:lstStyle/>
          <a:p>
            <a:pPr indent="0" lvl="0" marL="0" rtl="0" algn="l">
              <a:spcBef>
                <a:spcPts val="0"/>
              </a:spcBef>
              <a:spcAft>
                <a:spcPts val="0"/>
              </a:spcAft>
              <a:buNone/>
            </a:pPr>
            <a:r>
              <a:t/>
            </a:r>
            <a:endParaRPr/>
          </a:p>
        </p:txBody>
      </p:sp>
      <p:sp>
        <p:nvSpPr>
          <p:cNvPr id="97" name="Google Shape;97;p5:notes"/>
          <p:cNvSpPr/>
          <p:nvPr>
            <p:ph idx="2" type="sldImg"/>
          </p:nvPr>
        </p:nvSpPr>
        <p:spPr>
          <a:xfrm>
            <a:off x="1198562" y="701675"/>
            <a:ext cx="4681537" cy="35115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p6:notes"/>
          <p:cNvSpPr txBox="1"/>
          <p:nvPr>
            <p:ph idx="1" type="body"/>
          </p:nvPr>
        </p:nvSpPr>
        <p:spPr>
          <a:xfrm>
            <a:off x="708025" y="4448175"/>
            <a:ext cx="5661025" cy="4213225"/>
          </a:xfrm>
          <a:prstGeom prst="rect">
            <a:avLst/>
          </a:prstGeom>
        </p:spPr>
        <p:txBody>
          <a:bodyPr anchorCtr="0" anchor="t" bIns="46950" lIns="93925" spcFirstLastPara="1" rIns="93925" wrap="square" tIns="46950">
            <a:noAutofit/>
          </a:bodyPr>
          <a:lstStyle/>
          <a:p>
            <a:pPr indent="0" lvl="0" marL="0" rtl="0" algn="l">
              <a:spcBef>
                <a:spcPts val="0"/>
              </a:spcBef>
              <a:spcAft>
                <a:spcPts val="0"/>
              </a:spcAft>
              <a:buNone/>
            </a:pPr>
            <a:r>
              <a:t/>
            </a:r>
            <a:endParaRPr/>
          </a:p>
        </p:txBody>
      </p:sp>
      <p:sp>
        <p:nvSpPr>
          <p:cNvPr id="105" name="Google Shape;105;p6:notes"/>
          <p:cNvSpPr/>
          <p:nvPr>
            <p:ph idx="2" type="sldImg"/>
          </p:nvPr>
        </p:nvSpPr>
        <p:spPr>
          <a:xfrm>
            <a:off x="1198562" y="701675"/>
            <a:ext cx="4681537" cy="35115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p7:notes"/>
          <p:cNvSpPr txBox="1"/>
          <p:nvPr>
            <p:ph idx="1" type="body"/>
          </p:nvPr>
        </p:nvSpPr>
        <p:spPr>
          <a:xfrm>
            <a:off x="708025" y="4448175"/>
            <a:ext cx="5661025" cy="4213225"/>
          </a:xfrm>
          <a:prstGeom prst="rect">
            <a:avLst/>
          </a:prstGeom>
        </p:spPr>
        <p:txBody>
          <a:bodyPr anchorCtr="0" anchor="t" bIns="46950" lIns="93925" spcFirstLastPara="1" rIns="93925" wrap="square" tIns="46950">
            <a:noAutofit/>
          </a:bodyPr>
          <a:lstStyle/>
          <a:p>
            <a:pPr indent="0" lvl="0" marL="0" rtl="0" algn="l">
              <a:spcBef>
                <a:spcPts val="0"/>
              </a:spcBef>
              <a:spcAft>
                <a:spcPts val="0"/>
              </a:spcAft>
              <a:buNone/>
            </a:pPr>
            <a:r>
              <a:t/>
            </a:r>
            <a:endParaRPr/>
          </a:p>
        </p:txBody>
      </p:sp>
      <p:sp>
        <p:nvSpPr>
          <p:cNvPr id="112" name="Google Shape;112;p7:notes"/>
          <p:cNvSpPr/>
          <p:nvPr>
            <p:ph idx="2" type="sldImg"/>
          </p:nvPr>
        </p:nvSpPr>
        <p:spPr>
          <a:xfrm>
            <a:off x="1198562" y="701675"/>
            <a:ext cx="4681537" cy="35115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p8:notes"/>
          <p:cNvSpPr txBox="1"/>
          <p:nvPr>
            <p:ph idx="1" type="body"/>
          </p:nvPr>
        </p:nvSpPr>
        <p:spPr>
          <a:xfrm>
            <a:off x="708025" y="4448175"/>
            <a:ext cx="5661025" cy="4213225"/>
          </a:xfrm>
          <a:prstGeom prst="rect">
            <a:avLst/>
          </a:prstGeom>
        </p:spPr>
        <p:txBody>
          <a:bodyPr anchorCtr="0" anchor="t" bIns="46950" lIns="93925" spcFirstLastPara="1" rIns="93925" wrap="square" tIns="46950">
            <a:noAutofit/>
          </a:bodyPr>
          <a:lstStyle/>
          <a:p>
            <a:pPr indent="0" lvl="0" marL="0" rtl="0" algn="l">
              <a:spcBef>
                <a:spcPts val="0"/>
              </a:spcBef>
              <a:spcAft>
                <a:spcPts val="0"/>
              </a:spcAft>
              <a:buNone/>
            </a:pPr>
            <a:r>
              <a:t/>
            </a:r>
            <a:endParaRPr/>
          </a:p>
        </p:txBody>
      </p:sp>
      <p:sp>
        <p:nvSpPr>
          <p:cNvPr id="119" name="Google Shape;119;p8:notes"/>
          <p:cNvSpPr/>
          <p:nvPr>
            <p:ph idx="2" type="sldImg"/>
          </p:nvPr>
        </p:nvSpPr>
        <p:spPr>
          <a:xfrm>
            <a:off x="1198562" y="701675"/>
            <a:ext cx="4681537" cy="35115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p9:notes"/>
          <p:cNvSpPr txBox="1"/>
          <p:nvPr>
            <p:ph idx="1" type="body"/>
          </p:nvPr>
        </p:nvSpPr>
        <p:spPr>
          <a:xfrm>
            <a:off x="708025" y="4448175"/>
            <a:ext cx="5661025" cy="4213225"/>
          </a:xfrm>
          <a:prstGeom prst="rect">
            <a:avLst/>
          </a:prstGeom>
        </p:spPr>
        <p:txBody>
          <a:bodyPr anchorCtr="0" anchor="t" bIns="46950" lIns="93925" spcFirstLastPara="1" rIns="93925" wrap="square" tIns="46950">
            <a:noAutofit/>
          </a:bodyPr>
          <a:lstStyle/>
          <a:p>
            <a:pPr indent="0" lvl="0" marL="0" rtl="0" algn="l">
              <a:spcBef>
                <a:spcPts val="0"/>
              </a:spcBef>
              <a:spcAft>
                <a:spcPts val="0"/>
              </a:spcAft>
              <a:buNone/>
            </a:pPr>
            <a:r>
              <a:t/>
            </a:r>
            <a:endParaRPr/>
          </a:p>
        </p:txBody>
      </p:sp>
      <p:sp>
        <p:nvSpPr>
          <p:cNvPr id="125" name="Google Shape;125;p9:notes"/>
          <p:cNvSpPr/>
          <p:nvPr>
            <p:ph idx="2" type="sldImg"/>
          </p:nvPr>
        </p:nvSpPr>
        <p:spPr>
          <a:xfrm>
            <a:off x="1198562" y="701675"/>
            <a:ext cx="4681537" cy="35115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p10:notes"/>
          <p:cNvSpPr txBox="1"/>
          <p:nvPr>
            <p:ph idx="1" type="body"/>
          </p:nvPr>
        </p:nvSpPr>
        <p:spPr>
          <a:xfrm>
            <a:off x="708025" y="4448175"/>
            <a:ext cx="5661000" cy="4213200"/>
          </a:xfrm>
          <a:prstGeom prst="rect">
            <a:avLst/>
          </a:prstGeom>
        </p:spPr>
        <p:txBody>
          <a:bodyPr anchorCtr="0" anchor="t" bIns="46950" lIns="93925" spcFirstLastPara="1" rIns="93925" wrap="square" tIns="46950">
            <a:noAutofit/>
          </a:bodyPr>
          <a:lstStyle/>
          <a:p>
            <a:pPr indent="0" lvl="0" marL="0" rtl="0" algn="l">
              <a:spcBef>
                <a:spcPts val="0"/>
              </a:spcBef>
              <a:spcAft>
                <a:spcPts val="0"/>
              </a:spcAft>
              <a:buNone/>
            </a:pPr>
            <a:r>
              <a:t/>
            </a:r>
            <a:endParaRPr/>
          </a:p>
        </p:txBody>
      </p:sp>
      <p:sp>
        <p:nvSpPr>
          <p:cNvPr id="131" name="Google Shape;131;p10:notes"/>
          <p:cNvSpPr/>
          <p:nvPr>
            <p:ph idx="2" type="sldImg"/>
          </p:nvPr>
        </p:nvSpPr>
        <p:spPr>
          <a:xfrm>
            <a:off x="1198562" y="701675"/>
            <a:ext cx="4681500" cy="35115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p11:notes"/>
          <p:cNvSpPr txBox="1"/>
          <p:nvPr>
            <p:ph idx="1" type="body"/>
          </p:nvPr>
        </p:nvSpPr>
        <p:spPr>
          <a:xfrm>
            <a:off x="708025" y="4448175"/>
            <a:ext cx="5661025" cy="4213225"/>
          </a:xfrm>
          <a:prstGeom prst="rect">
            <a:avLst/>
          </a:prstGeom>
        </p:spPr>
        <p:txBody>
          <a:bodyPr anchorCtr="0" anchor="t" bIns="46950" lIns="93925" spcFirstLastPara="1" rIns="93925" wrap="square" tIns="46950">
            <a:noAutofit/>
          </a:bodyPr>
          <a:lstStyle/>
          <a:p>
            <a:pPr indent="0" lvl="0" marL="0" rtl="0" algn="l">
              <a:spcBef>
                <a:spcPts val="0"/>
              </a:spcBef>
              <a:spcAft>
                <a:spcPts val="0"/>
              </a:spcAft>
              <a:buNone/>
            </a:pPr>
            <a:r>
              <a:t/>
            </a:r>
            <a:endParaRPr/>
          </a:p>
        </p:txBody>
      </p:sp>
      <p:sp>
        <p:nvSpPr>
          <p:cNvPr id="138" name="Google Shape;138;p11:notes"/>
          <p:cNvSpPr/>
          <p:nvPr>
            <p:ph idx="2" type="sldImg"/>
          </p:nvPr>
        </p:nvSpPr>
        <p:spPr>
          <a:xfrm>
            <a:off x="1198562" y="701675"/>
            <a:ext cx="4681537" cy="35115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p12:notes"/>
          <p:cNvSpPr txBox="1"/>
          <p:nvPr>
            <p:ph idx="1" type="body"/>
          </p:nvPr>
        </p:nvSpPr>
        <p:spPr>
          <a:xfrm>
            <a:off x="708025" y="4448175"/>
            <a:ext cx="5661025" cy="4213225"/>
          </a:xfrm>
          <a:prstGeom prst="rect">
            <a:avLst/>
          </a:prstGeom>
        </p:spPr>
        <p:txBody>
          <a:bodyPr anchorCtr="0" anchor="t" bIns="46950" lIns="93925" spcFirstLastPara="1" rIns="93925" wrap="square" tIns="46950">
            <a:noAutofit/>
          </a:bodyPr>
          <a:lstStyle/>
          <a:p>
            <a:pPr indent="0" lvl="0" marL="0" rtl="0" algn="l">
              <a:spcBef>
                <a:spcPts val="0"/>
              </a:spcBef>
              <a:spcAft>
                <a:spcPts val="0"/>
              </a:spcAft>
              <a:buNone/>
            </a:pPr>
            <a:r>
              <a:t/>
            </a:r>
            <a:endParaRPr/>
          </a:p>
        </p:txBody>
      </p:sp>
      <p:sp>
        <p:nvSpPr>
          <p:cNvPr id="145" name="Google Shape;145;p12:notes"/>
          <p:cNvSpPr/>
          <p:nvPr>
            <p:ph idx="2" type="sldImg"/>
          </p:nvPr>
        </p:nvSpPr>
        <p:spPr>
          <a:xfrm>
            <a:off x="1198562" y="701675"/>
            <a:ext cx="4681537" cy="35115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p13:notes"/>
          <p:cNvSpPr txBox="1"/>
          <p:nvPr>
            <p:ph idx="1" type="body"/>
          </p:nvPr>
        </p:nvSpPr>
        <p:spPr>
          <a:xfrm>
            <a:off x="708025" y="4448175"/>
            <a:ext cx="5661025" cy="4213225"/>
          </a:xfrm>
          <a:prstGeom prst="rect">
            <a:avLst/>
          </a:prstGeom>
        </p:spPr>
        <p:txBody>
          <a:bodyPr anchorCtr="0" anchor="t" bIns="46950" lIns="93925" spcFirstLastPara="1" rIns="93925" wrap="square" tIns="46950">
            <a:noAutofit/>
          </a:bodyPr>
          <a:lstStyle/>
          <a:p>
            <a:pPr indent="0" lvl="0" marL="0" rtl="0" algn="l">
              <a:spcBef>
                <a:spcPts val="0"/>
              </a:spcBef>
              <a:spcAft>
                <a:spcPts val="0"/>
              </a:spcAft>
              <a:buNone/>
            </a:pPr>
            <a:r>
              <a:t/>
            </a:r>
            <a:endParaRPr/>
          </a:p>
        </p:txBody>
      </p:sp>
      <p:sp>
        <p:nvSpPr>
          <p:cNvPr id="151" name="Google Shape;151;p13:notes"/>
          <p:cNvSpPr/>
          <p:nvPr>
            <p:ph idx="2" type="sldImg"/>
          </p:nvPr>
        </p:nvSpPr>
        <p:spPr>
          <a:xfrm>
            <a:off x="1198562" y="701675"/>
            <a:ext cx="4681537" cy="35115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p14:notes"/>
          <p:cNvSpPr txBox="1"/>
          <p:nvPr>
            <p:ph idx="1" type="body"/>
          </p:nvPr>
        </p:nvSpPr>
        <p:spPr>
          <a:xfrm>
            <a:off x="708025" y="4448175"/>
            <a:ext cx="5661025" cy="4213225"/>
          </a:xfrm>
          <a:prstGeom prst="rect">
            <a:avLst/>
          </a:prstGeom>
        </p:spPr>
        <p:txBody>
          <a:bodyPr anchorCtr="0" anchor="t" bIns="46950" lIns="93925" spcFirstLastPara="1" rIns="93925" wrap="square" tIns="46950">
            <a:noAutofit/>
          </a:bodyPr>
          <a:lstStyle/>
          <a:p>
            <a:pPr indent="0" lvl="0" marL="0" rtl="0" algn="l">
              <a:spcBef>
                <a:spcPts val="0"/>
              </a:spcBef>
              <a:spcAft>
                <a:spcPts val="0"/>
              </a:spcAft>
              <a:buNone/>
            </a:pPr>
            <a:r>
              <a:t/>
            </a:r>
            <a:endParaRPr/>
          </a:p>
        </p:txBody>
      </p:sp>
      <p:sp>
        <p:nvSpPr>
          <p:cNvPr id="158" name="Google Shape;158;p14:notes"/>
          <p:cNvSpPr/>
          <p:nvPr>
            <p:ph idx="2" type="sldImg"/>
          </p:nvPr>
        </p:nvSpPr>
        <p:spPr>
          <a:xfrm>
            <a:off x="1198562" y="701675"/>
            <a:ext cx="4681537" cy="35115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p15:notes"/>
          <p:cNvSpPr txBox="1"/>
          <p:nvPr>
            <p:ph idx="1" type="body"/>
          </p:nvPr>
        </p:nvSpPr>
        <p:spPr>
          <a:xfrm>
            <a:off x="708025" y="4448175"/>
            <a:ext cx="5661025" cy="4213225"/>
          </a:xfrm>
          <a:prstGeom prst="rect">
            <a:avLst/>
          </a:prstGeom>
        </p:spPr>
        <p:txBody>
          <a:bodyPr anchorCtr="0" anchor="t" bIns="46950" lIns="93925" spcFirstLastPara="1" rIns="93925" wrap="square" tIns="46950">
            <a:noAutofit/>
          </a:bodyPr>
          <a:lstStyle/>
          <a:p>
            <a:pPr indent="0" lvl="0" marL="0" rtl="0" algn="l">
              <a:spcBef>
                <a:spcPts val="0"/>
              </a:spcBef>
              <a:spcAft>
                <a:spcPts val="0"/>
              </a:spcAft>
              <a:buNone/>
            </a:pPr>
            <a:r>
              <a:t/>
            </a:r>
            <a:endParaRPr/>
          </a:p>
        </p:txBody>
      </p:sp>
      <p:sp>
        <p:nvSpPr>
          <p:cNvPr id="165" name="Google Shape;165;p15:notes"/>
          <p:cNvSpPr/>
          <p:nvPr>
            <p:ph idx="2" type="sldImg"/>
          </p:nvPr>
        </p:nvSpPr>
        <p:spPr>
          <a:xfrm>
            <a:off x="1198562" y="701675"/>
            <a:ext cx="4681537" cy="35115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p16:notes"/>
          <p:cNvSpPr txBox="1"/>
          <p:nvPr>
            <p:ph idx="1" type="body"/>
          </p:nvPr>
        </p:nvSpPr>
        <p:spPr>
          <a:xfrm>
            <a:off x="708025" y="4448175"/>
            <a:ext cx="5661025" cy="4213225"/>
          </a:xfrm>
          <a:prstGeom prst="rect">
            <a:avLst/>
          </a:prstGeom>
        </p:spPr>
        <p:txBody>
          <a:bodyPr anchorCtr="0" anchor="t" bIns="46950" lIns="93925" spcFirstLastPara="1" rIns="93925" wrap="square" tIns="46950">
            <a:noAutofit/>
          </a:bodyPr>
          <a:lstStyle/>
          <a:p>
            <a:pPr indent="0" lvl="0" marL="0" rtl="0" algn="l">
              <a:spcBef>
                <a:spcPts val="0"/>
              </a:spcBef>
              <a:spcAft>
                <a:spcPts val="0"/>
              </a:spcAft>
              <a:buNone/>
            </a:pPr>
            <a:r>
              <a:t/>
            </a:r>
            <a:endParaRPr/>
          </a:p>
        </p:txBody>
      </p:sp>
      <p:sp>
        <p:nvSpPr>
          <p:cNvPr id="173" name="Google Shape;173;p16:notes"/>
          <p:cNvSpPr/>
          <p:nvPr>
            <p:ph idx="2" type="sldImg"/>
          </p:nvPr>
        </p:nvSpPr>
        <p:spPr>
          <a:xfrm>
            <a:off x="1198562" y="701675"/>
            <a:ext cx="4681537" cy="35115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p17:notes"/>
          <p:cNvSpPr txBox="1"/>
          <p:nvPr>
            <p:ph idx="1" type="body"/>
          </p:nvPr>
        </p:nvSpPr>
        <p:spPr>
          <a:xfrm>
            <a:off x="708025" y="4448175"/>
            <a:ext cx="5661025" cy="4213225"/>
          </a:xfrm>
          <a:prstGeom prst="rect">
            <a:avLst/>
          </a:prstGeom>
        </p:spPr>
        <p:txBody>
          <a:bodyPr anchorCtr="0" anchor="t" bIns="46950" lIns="93925" spcFirstLastPara="1" rIns="93925" wrap="square" tIns="46950">
            <a:noAutofit/>
          </a:bodyPr>
          <a:lstStyle/>
          <a:p>
            <a:pPr indent="0" lvl="0" marL="0" rtl="0" algn="l">
              <a:spcBef>
                <a:spcPts val="0"/>
              </a:spcBef>
              <a:spcAft>
                <a:spcPts val="0"/>
              </a:spcAft>
              <a:buNone/>
            </a:pPr>
            <a:r>
              <a:t/>
            </a:r>
            <a:endParaRPr/>
          </a:p>
        </p:txBody>
      </p:sp>
      <p:sp>
        <p:nvSpPr>
          <p:cNvPr id="181" name="Google Shape;181;p17:notes"/>
          <p:cNvSpPr/>
          <p:nvPr>
            <p:ph idx="2" type="sldImg"/>
          </p:nvPr>
        </p:nvSpPr>
        <p:spPr>
          <a:xfrm>
            <a:off x="1198562" y="701675"/>
            <a:ext cx="4681537" cy="35115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p18:notes"/>
          <p:cNvSpPr txBox="1"/>
          <p:nvPr>
            <p:ph idx="1" type="body"/>
          </p:nvPr>
        </p:nvSpPr>
        <p:spPr>
          <a:xfrm>
            <a:off x="708025" y="4448175"/>
            <a:ext cx="5661025" cy="4213225"/>
          </a:xfrm>
          <a:prstGeom prst="rect">
            <a:avLst/>
          </a:prstGeom>
        </p:spPr>
        <p:txBody>
          <a:bodyPr anchorCtr="0" anchor="t" bIns="46950" lIns="93925" spcFirstLastPara="1" rIns="93925" wrap="square" tIns="46950">
            <a:noAutofit/>
          </a:bodyPr>
          <a:lstStyle/>
          <a:p>
            <a:pPr indent="0" lvl="0" marL="0" rtl="0" algn="l">
              <a:spcBef>
                <a:spcPts val="0"/>
              </a:spcBef>
              <a:spcAft>
                <a:spcPts val="0"/>
              </a:spcAft>
              <a:buNone/>
            </a:pPr>
            <a:r>
              <a:t/>
            </a:r>
            <a:endParaRPr/>
          </a:p>
        </p:txBody>
      </p:sp>
      <p:sp>
        <p:nvSpPr>
          <p:cNvPr id="187" name="Google Shape;187;p18:notes"/>
          <p:cNvSpPr/>
          <p:nvPr>
            <p:ph idx="2" type="sldImg"/>
          </p:nvPr>
        </p:nvSpPr>
        <p:spPr>
          <a:xfrm>
            <a:off x="1198562" y="701675"/>
            <a:ext cx="4681537" cy="35115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p19:notes"/>
          <p:cNvSpPr txBox="1"/>
          <p:nvPr>
            <p:ph idx="1" type="body"/>
          </p:nvPr>
        </p:nvSpPr>
        <p:spPr>
          <a:xfrm>
            <a:off x="708025" y="4448175"/>
            <a:ext cx="5661025" cy="4213225"/>
          </a:xfrm>
          <a:prstGeom prst="rect">
            <a:avLst/>
          </a:prstGeom>
        </p:spPr>
        <p:txBody>
          <a:bodyPr anchorCtr="0" anchor="t" bIns="46950" lIns="93925" spcFirstLastPara="1" rIns="93925" wrap="square" tIns="46950">
            <a:noAutofit/>
          </a:bodyPr>
          <a:lstStyle/>
          <a:p>
            <a:pPr indent="0" lvl="0" marL="0" rtl="0" algn="l">
              <a:spcBef>
                <a:spcPts val="0"/>
              </a:spcBef>
              <a:spcAft>
                <a:spcPts val="0"/>
              </a:spcAft>
              <a:buNone/>
            </a:pPr>
            <a:r>
              <a:t/>
            </a:r>
            <a:endParaRPr/>
          </a:p>
        </p:txBody>
      </p:sp>
      <p:sp>
        <p:nvSpPr>
          <p:cNvPr id="194" name="Google Shape;194;p19:notes"/>
          <p:cNvSpPr/>
          <p:nvPr>
            <p:ph idx="2" type="sldImg"/>
          </p:nvPr>
        </p:nvSpPr>
        <p:spPr>
          <a:xfrm>
            <a:off x="1198562" y="701675"/>
            <a:ext cx="4681537" cy="35115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p20:notes"/>
          <p:cNvSpPr txBox="1"/>
          <p:nvPr>
            <p:ph idx="1" type="body"/>
          </p:nvPr>
        </p:nvSpPr>
        <p:spPr>
          <a:xfrm>
            <a:off x="708025" y="4448175"/>
            <a:ext cx="5661025" cy="4213225"/>
          </a:xfrm>
          <a:prstGeom prst="rect">
            <a:avLst/>
          </a:prstGeom>
        </p:spPr>
        <p:txBody>
          <a:bodyPr anchorCtr="0" anchor="t" bIns="46950" lIns="93925" spcFirstLastPara="1" rIns="93925" wrap="square" tIns="46950">
            <a:noAutofit/>
          </a:bodyPr>
          <a:lstStyle/>
          <a:p>
            <a:pPr indent="0" lvl="0" marL="0" rtl="0" algn="l">
              <a:spcBef>
                <a:spcPts val="0"/>
              </a:spcBef>
              <a:spcAft>
                <a:spcPts val="0"/>
              </a:spcAft>
              <a:buNone/>
            </a:pPr>
            <a:r>
              <a:t/>
            </a:r>
            <a:endParaRPr/>
          </a:p>
        </p:txBody>
      </p:sp>
      <p:sp>
        <p:nvSpPr>
          <p:cNvPr id="200" name="Google Shape;200;p20:notes"/>
          <p:cNvSpPr/>
          <p:nvPr>
            <p:ph idx="2" type="sldImg"/>
          </p:nvPr>
        </p:nvSpPr>
        <p:spPr>
          <a:xfrm>
            <a:off x="1198562" y="701675"/>
            <a:ext cx="4681537" cy="35115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21:notes"/>
          <p:cNvSpPr txBox="1"/>
          <p:nvPr>
            <p:ph idx="1" type="body"/>
          </p:nvPr>
        </p:nvSpPr>
        <p:spPr>
          <a:xfrm>
            <a:off x="708025" y="4448175"/>
            <a:ext cx="5661025" cy="4213225"/>
          </a:xfrm>
          <a:prstGeom prst="rect">
            <a:avLst/>
          </a:prstGeom>
        </p:spPr>
        <p:txBody>
          <a:bodyPr anchorCtr="0" anchor="t" bIns="46950" lIns="93925" spcFirstLastPara="1" rIns="93925" wrap="square" tIns="46950">
            <a:noAutofit/>
          </a:bodyPr>
          <a:lstStyle/>
          <a:p>
            <a:pPr indent="0" lvl="0" marL="0" rtl="0" algn="l">
              <a:spcBef>
                <a:spcPts val="0"/>
              </a:spcBef>
              <a:spcAft>
                <a:spcPts val="0"/>
              </a:spcAft>
              <a:buNone/>
            </a:pPr>
            <a:r>
              <a:t/>
            </a:r>
            <a:endParaRPr/>
          </a:p>
        </p:txBody>
      </p:sp>
      <p:sp>
        <p:nvSpPr>
          <p:cNvPr id="206" name="Google Shape;206;p21:notes"/>
          <p:cNvSpPr/>
          <p:nvPr>
            <p:ph idx="2" type="sldImg"/>
          </p:nvPr>
        </p:nvSpPr>
        <p:spPr>
          <a:xfrm>
            <a:off x="1198562" y="701675"/>
            <a:ext cx="4681537" cy="35115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p22:notes"/>
          <p:cNvSpPr txBox="1"/>
          <p:nvPr>
            <p:ph idx="1" type="body"/>
          </p:nvPr>
        </p:nvSpPr>
        <p:spPr>
          <a:xfrm>
            <a:off x="708025" y="4448175"/>
            <a:ext cx="5661025" cy="4213225"/>
          </a:xfrm>
          <a:prstGeom prst="rect">
            <a:avLst/>
          </a:prstGeom>
        </p:spPr>
        <p:txBody>
          <a:bodyPr anchorCtr="0" anchor="t" bIns="46950" lIns="93925" spcFirstLastPara="1" rIns="93925" wrap="square" tIns="46950">
            <a:noAutofit/>
          </a:bodyPr>
          <a:lstStyle/>
          <a:p>
            <a:pPr indent="0" lvl="0" marL="0" rtl="0" algn="l">
              <a:spcBef>
                <a:spcPts val="0"/>
              </a:spcBef>
              <a:spcAft>
                <a:spcPts val="0"/>
              </a:spcAft>
              <a:buNone/>
            </a:pPr>
            <a:r>
              <a:t/>
            </a:r>
            <a:endParaRPr/>
          </a:p>
        </p:txBody>
      </p:sp>
      <p:sp>
        <p:nvSpPr>
          <p:cNvPr id="212" name="Google Shape;212;p22:notes"/>
          <p:cNvSpPr/>
          <p:nvPr>
            <p:ph idx="2" type="sldImg"/>
          </p:nvPr>
        </p:nvSpPr>
        <p:spPr>
          <a:xfrm>
            <a:off x="1198562" y="701675"/>
            <a:ext cx="4681537" cy="35115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p23:notes"/>
          <p:cNvSpPr txBox="1"/>
          <p:nvPr>
            <p:ph idx="1" type="body"/>
          </p:nvPr>
        </p:nvSpPr>
        <p:spPr>
          <a:xfrm>
            <a:off x="708025" y="4448175"/>
            <a:ext cx="5661025" cy="4213225"/>
          </a:xfrm>
          <a:prstGeom prst="rect">
            <a:avLst/>
          </a:prstGeom>
        </p:spPr>
        <p:txBody>
          <a:bodyPr anchorCtr="0" anchor="t" bIns="46950" lIns="93925" spcFirstLastPara="1" rIns="93925" wrap="square" tIns="46950">
            <a:noAutofit/>
          </a:bodyPr>
          <a:lstStyle/>
          <a:p>
            <a:pPr indent="0" lvl="0" marL="0" rtl="0" algn="l">
              <a:spcBef>
                <a:spcPts val="0"/>
              </a:spcBef>
              <a:spcAft>
                <a:spcPts val="0"/>
              </a:spcAft>
              <a:buNone/>
            </a:pPr>
            <a:r>
              <a:t/>
            </a:r>
            <a:endParaRPr/>
          </a:p>
        </p:txBody>
      </p:sp>
      <p:sp>
        <p:nvSpPr>
          <p:cNvPr id="219" name="Google Shape;219;p23:notes"/>
          <p:cNvSpPr/>
          <p:nvPr>
            <p:ph idx="2" type="sldImg"/>
          </p:nvPr>
        </p:nvSpPr>
        <p:spPr>
          <a:xfrm>
            <a:off x="1198562" y="701675"/>
            <a:ext cx="4681537" cy="35115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p24:notes"/>
          <p:cNvSpPr txBox="1"/>
          <p:nvPr>
            <p:ph idx="1" type="body"/>
          </p:nvPr>
        </p:nvSpPr>
        <p:spPr>
          <a:xfrm>
            <a:off x="708025" y="4448175"/>
            <a:ext cx="5661025" cy="4213225"/>
          </a:xfrm>
          <a:prstGeom prst="rect">
            <a:avLst/>
          </a:prstGeom>
        </p:spPr>
        <p:txBody>
          <a:bodyPr anchorCtr="0" anchor="t" bIns="46950" lIns="93925" spcFirstLastPara="1" rIns="93925" wrap="square" tIns="46950">
            <a:noAutofit/>
          </a:bodyPr>
          <a:lstStyle/>
          <a:p>
            <a:pPr indent="0" lvl="0" marL="0" rtl="0" algn="l">
              <a:spcBef>
                <a:spcPts val="0"/>
              </a:spcBef>
              <a:spcAft>
                <a:spcPts val="0"/>
              </a:spcAft>
              <a:buNone/>
            </a:pPr>
            <a:r>
              <a:t/>
            </a:r>
            <a:endParaRPr/>
          </a:p>
        </p:txBody>
      </p:sp>
      <p:sp>
        <p:nvSpPr>
          <p:cNvPr id="225" name="Google Shape;225;p24:notes"/>
          <p:cNvSpPr/>
          <p:nvPr>
            <p:ph idx="2" type="sldImg"/>
          </p:nvPr>
        </p:nvSpPr>
        <p:spPr>
          <a:xfrm>
            <a:off x="1198562" y="701675"/>
            <a:ext cx="4681537" cy="35115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p25:notes"/>
          <p:cNvSpPr txBox="1"/>
          <p:nvPr>
            <p:ph idx="1" type="body"/>
          </p:nvPr>
        </p:nvSpPr>
        <p:spPr>
          <a:xfrm>
            <a:off x="708025" y="4448175"/>
            <a:ext cx="5661025" cy="4213225"/>
          </a:xfrm>
          <a:prstGeom prst="rect">
            <a:avLst/>
          </a:prstGeom>
        </p:spPr>
        <p:txBody>
          <a:bodyPr anchorCtr="0" anchor="t" bIns="46950" lIns="93925" spcFirstLastPara="1" rIns="93925" wrap="square" tIns="46950">
            <a:noAutofit/>
          </a:bodyPr>
          <a:lstStyle/>
          <a:p>
            <a:pPr indent="0" lvl="0" marL="0" rtl="0" algn="l">
              <a:spcBef>
                <a:spcPts val="0"/>
              </a:spcBef>
              <a:spcAft>
                <a:spcPts val="0"/>
              </a:spcAft>
              <a:buNone/>
            </a:pPr>
            <a:r>
              <a:t/>
            </a:r>
            <a:endParaRPr/>
          </a:p>
        </p:txBody>
      </p:sp>
      <p:sp>
        <p:nvSpPr>
          <p:cNvPr id="231" name="Google Shape;231;p25:notes"/>
          <p:cNvSpPr/>
          <p:nvPr>
            <p:ph idx="2" type="sldImg"/>
          </p:nvPr>
        </p:nvSpPr>
        <p:spPr>
          <a:xfrm>
            <a:off x="1198562" y="701675"/>
            <a:ext cx="4681537" cy="35115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p26:notes"/>
          <p:cNvSpPr txBox="1"/>
          <p:nvPr>
            <p:ph idx="1" type="body"/>
          </p:nvPr>
        </p:nvSpPr>
        <p:spPr>
          <a:xfrm>
            <a:off x="708025" y="4448175"/>
            <a:ext cx="5661025" cy="4213225"/>
          </a:xfrm>
          <a:prstGeom prst="rect">
            <a:avLst/>
          </a:prstGeom>
        </p:spPr>
        <p:txBody>
          <a:bodyPr anchorCtr="0" anchor="t" bIns="46950" lIns="93925" spcFirstLastPara="1" rIns="93925" wrap="square" tIns="46950">
            <a:noAutofit/>
          </a:bodyPr>
          <a:lstStyle/>
          <a:p>
            <a:pPr indent="0" lvl="0" marL="0" rtl="0" algn="l">
              <a:spcBef>
                <a:spcPts val="0"/>
              </a:spcBef>
              <a:spcAft>
                <a:spcPts val="0"/>
              </a:spcAft>
              <a:buNone/>
            </a:pPr>
            <a:r>
              <a:t/>
            </a:r>
            <a:endParaRPr/>
          </a:p>
        </p:txBody>
      </p:sp>
      <p:sp>
        <p:nvSpPr>
          <p:cNvPr id="239" name="Google Shape;239;p26:notes"/>
          <p:cNvSpPr/>
          <p:nvPr>
            <p:ph idx="2" type="sldImg"/>
          </p:nvPr>
        </p:nvSpPr>
        <p:spPr>
          <a:xfrm>
            <a:off x="1198562" y="701675"/>
            <a:ext cx="4681537" cy="35115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p27:notes"/>
          <p:cNvSpPr txBox="1"/>
          <p:nvPr>
            <p:ph idx="1" type="body"/>
          </p:nvPr>
        </p:nvSpPr>
        <p:spPr>
          <a:xfrm>
            <a:off x="708025" y="4448175"/>
            <a:ext cx="5661025" cy="4213225"/>
          </a:xfrm>
          <a:prstGeom prst="rect">
            <a:avLst/>
          </a:prstGeom>
        </p:spPr>
        <p:txBody>
          <a:bodyPr anchorCtr="0" anchor="t" bIns="46950" lIns="93925" spcFirstLastPara="1" rIns="93925" wrap="square" tIns="46950">
            <a:noAutofit/>
          </a:bodyPr>
          <a:lstStyle/>
          <a:p>
            <a:pPr indent="0" lvl="0" marL="0" rtl="0" algn="l">
              <a:spcBef>
                <a:spcPts val="0"/>
              </a:spcBef>
              <a:spcAft>
                <a:spcPts val="0"/>
              </a:spcAft>
              <a:buNone/>
            </a:pPr>
            <a:r>
              <a:t/>
            </a:r>
            <a:endParaRPr/>
          </a:p>
        </p:txBody>
      </p:sp>
      <p:sp>
        <p:nvSpPr>
          <p:cNvPr id="247" name="Google Shape;247;p27:notes"/>
          <p:cNvSpPr/>
          <p:nvPr>
            <p:ph idx="2" type="sldImg"/>
          </p:nvPr>
        </p:nvSpPr>
        <p:spPr>
          <a:xfrm>
            <a:off x="1198562" y="701675"/>
            <a:ext cx="4681537" cy="35115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0" name="Shape 20"/>
        <p:cNvGrpSpPr/>
        <p:nvPr/>
      </p:nvGrpSpPr>
      <p:grpSpPr>
        <a:xfrm>
          <a:off x="0" y="0"/>
          <a:ext cx="0" cy="0"/>
          <a:chOff x="0" y="0"/>
          <a:chExt cx="0" cy="0"/>
        </a:xfrm>
      </p:grpSpPr>
      <p:sp>
        <p:nvSpPr>
          <p:cNvPr id="21" name="Google Shape;21;p2"/>
          <p:cNvSpPr txBox="1"/>
          <p:nvPr>
            <p:ph idx="12" type="sldNum"/>
          </p:nvPr>
        </p:nvSpPr>
        <p:spPr>
          <a:xfrm>
            <a:off x="84137" y="6242050"/>
            <a:ext cx="587375" cy="488950"/>
          </a:xfrm>
          <a:prstGeom prst="rect">
            <a:avLst/>
          </a:prstGeom>
          <a:noFill/>
          <a:ln>
            <a:noFill/>
          </a:ln>
        </p:spPr>
        <p:txBody>
          <a:bodyPr anchorCtr="1" anchor="b" bIns="45700" lIns="91425" spcFirstLastPara="1" rIns="91425" wrap="square" tIns="45700">
            <a:noAutofit/>
          </a:bodyPr>
          <a:lstStyle>
            <a:lvl1pPr indent="0" lvl="0" marL="0" marR="0" rtl="0" algn="l">
              <a:lnSpc>
                <a:spcPct val="100000"/>
              </a:lnSpc>
              <a:spcBef>
                <a:spcPts val="0"/>
              </a:spcBef>
              <a:spcAft>
                <a:spcPts val="0"/>
              </a:spcAft>
              <a:buClr>
                <a:schemeClr val="lt1"/>
              </a:buClr>
              <a:buSzPts val="2600"/>
              <a:buFont typeface="Arial"/>
              <a:buNone/>
              <a:defRPr b="1" i="0" sz="2600" u="none">
                <a:solidFill>
                  <a:schemeClr val="lt1"/>
                </a:solidFill>
                <a:latin typeface="Arial"/>
                <a:ea typeface="Arial"/>
                <a:cs typeface="Arial"/>
                <a:sym typeface="Arial"/>
              </a:defRPr>
            </a:lvl1pPr>
            <a:lvl2pPr indent="0" lvl="1" marL="0" marR="0" rtl="0" algn="l">
              <a:lnSpc>
                <a:spcPct val="100000"/>
              </a:lnSpc>
              <a:spcBef>
                <a:spcPts val="0"/>
              </a:spcBef>
              <a:spcAft>
                <a:spcPts val="0"/>
              </a:spcAft>
              <a:buClr>
                <a:schemeClr val="lt1"/>
              </a:buClr>
              <a:buSzPts val="2600"/>
              <a:buFont typeface="Arial"/>
              <a:buNone/>
              <a:defRPr b="1" i="0" sz="2600" u="none">
                <a:solidFill>
                  <a:schemeClr val="lt1"/>
                </a:solidFill>
                <a:latin typeface="Arial"/>
                <a:ea typeface="Arial"/>
                <a:cs typeface="Arial"/>
                <a:sym typeface="Arial"/>
              </a:defRPr>
            </a:lvl2pPr>
            <a:lvl3pPr indent="0" lvl="2" marL="0" marR="0" rtl="0" algn="l">
              <a:lnSpc>
                <a:spcPct val="100000"/>
              </a:lnSpc>
              <a:spcBef>
                <a:spcPts val="0"/>
              </a:spcBef>
              <a:spcAft>
                <a:spcPts val="0"/>
              </a:spcAft>
              <a:buClr>
                <a:schemeClr val="lt1"/>
              </a:buClr>
              <a:buSzPts val="2600"/>
              <a:buFont typeface="Arial"/>
              <a:buNone/>
              <a:defRPr b="1" i="0" sz="2600" u="none">
                <a:solidFill>
                  <a:schemeClr val="lt1"/>
                </a:solidFill>
                <a:latin typeface="Arial"/>
                <a:ea typeface="Arial"/>
                <a:cs typeface="Arial"/>
                <a:sym typeface="Arial"/>
              </a:defRPr>
            </a:lvl3pPr>
            <a:lvl4pPr indent="0" lvl="3" marL="0" marR="0" rtl="0" algn="l">
              <a:lnSpc>
                <a:spcPct val="100000"/>
              </a:lnSpc>
              <a:spcBef>
                <a:spcPts val="0"/>
              </a:spcBef>
              <a:spcAft>
                <a:spcPts val="0"/>
              </a:spcAft>
              <a:buClr>
                <a:schemeClr val="lt1"/>
              </a:buClr>
              <a:buSzPts val="2600"/>
              <a:buFont typeface="Arial"/>
              <a:buNone/>
              <a:defRPr b="1" i="0" sz="2600" u="none">
                <a:solidFill>
                  <a:schemeClr val="lt1"/>
                </a:solidFill>
                <a:latin typeface="Arial"/>
                <a:ea typeface="Arial"/>
                <a:cs typeface="Arial"/>
                <a:sym typeface="Arial"/>
              </a:defRPr>
            </a:lvl4pPr>
            <a:lvl5pPr indent="0" lvl="4" marL="0" marR="0" rtl="0" algn="l">
              <a:lnSpc>
                <a:spcPct val="100000"/>
              </a:lnSpc>
              <a:spcBef>
                <a:spcPts val="0"/>
              </a:spcBef>
              <a:spcAft>
                <a:spcPts val="0"/>
              </a:spcAft>
              <a:buClr>
                <a:schemeClr val="lt1"/>
              </a:buClr>
              <a:buSzPts val="2600"/>
              <a:buFont typeface="Arial"/>
              <a:buNone/>
              <a:defRPr b="1" i="0" sz="2600" u="none">
                <a:solidFill>
                  <a:schemeClr val="lt1"/>
                </a:solidFill>
                <a:latin typeface="Arial"/>
                <a:ea typeface="Arial"/>
                <a:cs typeface="Arial"/>
                <a:sym typeface="Arial"/>
              </a:defRPr>
            </a:lvl5pPr>
            <a:lvl6pPr indent="0" lvl="5" marL="0" marR="0" rtl="0" algn="l">
              <a:lnSpc>
                <a:spcPct val="100000"/>
              </a:lnSpc>
              <a:spcBef>
                <a:spcPts val="0"/>
              </a:spcBef>
              <a:spcAft>
                <a:spcPts val="0"/>
              </a:spcAft>
              <a:buClr>
                <a:schemeClr val="lt1"/>
              </a:buClr>
              <a:buSzPts val="2600"/>
              <a:buFont typeface="Arial"/>
              <a:buNone/>
              <a:defRPr b="1" i="0" sz="2600" u="none">
                <a:solidFill>
                  <a:schemeClr val="lt1"/>
                </a:solidFill>
                <a:latin typeface="Arial"/>
                <a:ea typeface="Arial"/>
                <a:cs typeface="Arial"/>
                <a:sym typeface="Arial"/>
              </a:defRPr>
            </a:lvl6pPr>
            <a:lvl7pPr indent="0" lvl="6" marL="0" marR="0" rtl="0" algn="l">
              <a:lnSpc>
                <a:spcPct val="100000"/>
              </a:lnSpc>
              <a:spcBef>
                <a:spcPts val="0"/>
              </a:spcBef>
              <a:spcAft>
                <a:spcPts val="0"/>
              </a:spcAft>
              <a:buClr>
                <a:schemeClr val="lt1"/>
              </a:buClr>
              <a:buSzPts val="2600"/>
              <a:buFont typeface="Arial"/>
              <a:buNone/>
              <a:defRPr b="1" i="0" sz="2600" u="none">
                <a:solidFill>
                  <a:schemeClr val="lt1"/>
                </a:solidFill>
                <a:latin typeface="Arial"/>
                <a:ea typeface="Arial"/>
                <a:cs typeface="Arial"/>
                <a:sym typeface="Arial"/>
              </a:defRPr>
            </a:lvl7pPr>
            <a:lvl8pPr indent="0" lvl="7" marL="0" marR="0" rtl="0" algn="l">
              <a:lnSpc>
                <a:spcPct val="100000"/>
              </a:lnSpc>
              <a:spcBef>
                <a:spcPts val="0"/>
              </a:spcBef>
              <a:spcAft>
                <a:spcPts val="0"/>
              </a:spcAft>
              <a:buClr>
                <a:schemeClr val="lt1"/>
              </a:buClr>
              <a:buSzPts val="2600"/>
              <a:buFont typeface="Arial"/>
              <a:buNone/>
              <a:defRPr b="1" i="0" sz="2600" u="none">
                <a:solidFill>
                  <a:schemeClr val="lt1"/>
                </a:solidFill>
                <a:latin typeface="Arial"/>
                <a:ea typeface="Arial"/>
                <a:cs typeface="Arial"/>
                <a:sym typeface="Arial"/>
              </a:defRPr>
            </a:lvl8pPr>
            <a:lvl9pPr indent="0" lvl="8" marL="0" marR="0" rtl="0" algn="l">
              <a:lnSpc>
                <a:spcPct val="100000"/>
              </a:lnSpc>
              <a:spcBef>
                <a:spcPts val="0"/>
              </a:spcBef>
              <a:spcAft>
                <a:spcPts val="0"/>
              </a:spcAft>
              <a:buClr>
                <a:schemeClr val="lt1"/>
              </a:buClr>
              <a:buSzPts val="2600"/>
              <a:buFont typeface="Arial"/>
              <a:buNone/>
              <a:defRPr b="1" i="0" sz="2600" u="none">
                <a:solidFill>
                  <a:schemeClr val="lt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22" name="Shape 22"/>
        <p:cNvGrpSpPr/>
        <p:nvPr/>
      </p:nvGrpSpPr>
      <p:grpSpPr>
        <a:xfrm>
          <a:off x="0" y="0"/>
          <a:ext cx="0" cy="0"/>
          <a:chOff x="0" y="0"/>
          <a:chExt cx="0" cy="0"/>
        </a:xfrm>
      </p:grpSpPr>
      <p:sp>
        <p:nvSpPr>
          <p:cNvPr id="23" name="Google Shape;23;p3"/>
          <p:cNvSpPr/>
          <p:nvPr>
            <p:ph type="title"/>
          </p:nvPr>
        </p:nvSpPr>
        <p:spPr>
          <a:xfrm>
            <a:off x="457200" y="274638"/>
            <a:ext cx="8229600" cy="1143000"/>
          </a:xfrm>
          <a:prstGeom prst="roundRect">
            <a:avLst>
              <a:gd fmla="val 4680" name="adj"/>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SzPts val="1400"/>
              <a:buNone/>
              <a:defRPr b="1" i="0" sz="3600" u="none" cap="none" strike="noStrike">
                <a:solidFill>
                  <a:srgbClr val="53A753"/>
                </a:solidFill>
                <a:latin typeface="Arial"/>
                <a:ea typeface="Arial"/>
                <a:cs typeface="Arial"/>
                <a:sym typeface="Arial"/>
              </a:defRPr>
            </a:lvl1pPr>
            <a:lvl2pPr lvl="1" marR="0" rtl="0" algn="l">
              <a:lnSpc>
                <a:spcPct val="90000"/>
              </a:lnSpc>
              <a:spcBef>
                <a:spcPts val="0"/>
              </a:spcBef>
              <a:spcAft>
                <a:spcPts val="0"/>
              </a:spcAft>
              <a:buSzPts val="1400"/>
              <a:buNone/>
              <a:defRPr b="1" i="0" sz="3600" u="none" cap="none" strike="noStrike">
                <a:solidFill>
                  <a:srgbClr val="53A753"/>
                </a:solidFill>
                <a:latin typeface="Arial"/>
                <a:ea typeface="Arial"/>
                <a:cs typeface="Arial"/>
                <a:sym typeface="Arial"/>
              </a:defRPr>
            </a:lvl2pPr>
            <a:lvl3pPr lvl="2" marR="0" rtl="0" algn="l">
              <a:lnSpc>
                <a:spcPct val="90000"/>
              </a:lnSpc>
              <a:spcBef>
                <a:spcPts val="0"/>
              </a:spcBef>
              <a:spcAft>
                <a:spcPts val="0"/>
              </a:spcAft>
              <a:buSzPts val="1400"/>
              <a:buNone/>
              <a:defRPr b="1" i="0" sz="3600" u="none" cap="none" strike="noStrike">
                <a:solidFill>
                  <a:srgbClr val="53A753"/>
                </a:solidFill>
                <a:latin typeface="Arial"/>
                <a:ea typeface="Arial"/>
                <a:cs typeface="Arial"/>
                <a:sym typeface="Arial"/>
              </a:defRPr>
            </a:lvl3pPr>
            <a:lvl4pPr lvl="3" marR="0" rtl="0" algn="l">
              <a:lnSpc>
                <a:spcPct val="90000"/>
              </a:lnSpc>
              <a:spcBef>
                <a:spcPts val="0"/>
              </a:spcBef>
              <a:spcAft>
                <a:spcPts val="0"/>
              </a:spcAft>
              <a:buSzPts val="1400"/>
              <a:buNone/>
              <a:defRPr b="1" i="0" sz="3600" u="none" cap="none" strike="noStrike">
                <a:solidFill>
                  <a:srgbClr val="53A753"/>
                </a:solidFill>
                <a:latin typeface="Arial"/>
                <a:ea typeface="Arial"/>
                <a:cs typeface="Arial"/>
                <a:sym typeface="Arial"/>
              </a:defRPr>
            </a:lvl4pPr>
            <a:lvl5pPr lvl="4" marR="0" rtl="0" algn="l">
              <a:lnSpc>
                <a:spcPct val="90000"/>
              </a:lnSpc>
              <a:spcBef>
                <a:spcPts val="0"/>
              </a:spcBef>
              <a:spcAft>
                <a:spcPts val="0"/>
              </a:spcAft>
              <a:buSzPts val="1400"/>
              <a:buNone/>
              <a:defRPr b="1" i="0" sz="3600" u="none" cap="none" strike="noStrike">
                <a:solidFill>
                  <a:srgbClr val="53A753"/>
                </a:solidFill>
                <a:latin typeface="Arial"/>
                <a:ea typeface="Arial"/>
                <a:cs typeface="Arial"/>
                <a:sym typeface="Arial"/>
              </a:defRPr>
            </a:lvl5pPr>
            <a:lvl6pPr lvl="5" marR="0" rtl="0" algn="l">
              <a:lnSpc>
                <a:spcPct val="90000"/>
              </a:lnSpc>
              <a:spcBef>
                <a:spcPts val="0"/>
              </a:spcBef>
              <a:spcAft>
                <a:spcPts val="0"/>
              </a:spcAft>
              <a:buSzPts val="1400"/>
              <a:buNone/>
              <a:defRPr b="1" i="0" sz="3600" u="none" cap="none" strike="noStrike">
                <a:solidFill>
                  <a:srgbClr val="53A753"/>
                </a:solidFill>
                <a:latin typeface="Arial"/>
                <a:ea typeface="Arial"/>
                <a:cs typeface="Arial"/>
                <a:sym typeface="Arial"/>
              </a:defRPr>
            </a:lvl6pPr>
            <a:lvl7pPr lvl="6" marR="0" rtl="0" algn="l">
              <a:lnSpc>
                <a:spcPct val="90000"/>
              </a:lnSpc>
              <a:spcBef>
                <a:spcPts val="0"/>
              </a:spcBef>
              <a:spcAft>
                <a:spcPts val="0"/>
              </a:spcAft>
              <a:buSzPts val="1400"/>
              <a:buNone/>
              <a:defRPr b="1" i="0" sz="3600" u="none" cap="none" strike="noStrike">
                <a:solidFill>
                  <a:srgbClr val="53A753"/>
                </a:solidFill>
                <a:latin typeface="Arial"/>
                <a:ea typeface="Arial"/>
                <a:cs typeface="Arial"/>
                <a:sym typeface="Arial"/>
              </a:defRPr>
            </a:lvl7pPr>
            <a:lvl8pPr lvl="7" marR="0" rtl="0" algn="l">
              <a:lnSpc>
                <a:spcPct val="90000"/>
              </a:lnSpc>
              <a:spcBef>
                <a:spcPts val="0"/>
              </a:spcBef>
              <a:spcAft>
                <a:spcPts val="0"/>
              </a:spcAft>
              <a:buSzPts val="1400"/>
              <a:buNone/>
              <a:defRPr b="1" i="0" sz="3600" u="none" cap="none" strike="noStrike">
                <a:solidFill>
                  <a:srgbClr val="53A753"/>
                </a:solidFill>
                <a:latin typeface="Arial"/>
                <a:ea typeface="Arial"/>
                <a:cs typeface="Arial"/>
                <a:sym typeface="Arial"/>
              </a:defRPr>
            </a:lvl8pPr>
            <a:lvl9pPr lvl="8" marR="0" rtl="0" algn="l">
              <a:lnSpc>
                <a:spcPct val="90000"/>
              </a:lnSpc>
              <a:spcBef>
                <a:spcPts val="0"/>
              </a:spcBef>
              <a:spcAft>
                <a:spcPts val="0"/>
              </a:spcAft>
              <a:buSzPts val="1400"/>
              <a:buNone/>
              <a:defRPr b="1" i="0" sz="3600" u="none" cap="none" strike="noStrike">
                <a:solidFill>
                  <a:srgbClr val="53A753"/>
                </a:solidFill>
                <a:latin typeface="Arial"/>
                <a:ea typeface="Arial"/>
                <a:cs typeface="Arial"/>
                <a:sym typeface="Arial"/>
              </a:defRPr>
            </a:lvl9pPr>
          </a:lstStyle>
          <a:p/>
        </p:txBody>
      </p:sp>
      <p:sp>
        <p:nvSpPr>
          <p:cNvPr id="24" name="Google Shape;24;p3"/>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Autofit/>
          </a:bodyPr>
          <a:lstStyle>
            <a:lvl1pPr indent="-228600" lvl="0" marL="457200" marR="0" rtl="0" algn="l">
              <a:lnSpc>
                <a:spcPct val="85000"/>
              </a:lnSpc>
              <a:spcBef>
                <a:spcPts val="840"/>
              </a:spcBef>
              <a:spcAft>
                <a:spcPts val="0"/>
              </a:spcAft>
              <a:buClr>
                <a:srgbClr val="EBB839"/>
              </a:buClr>
              <a:buSzPts val="1440"/>
              <a:buFont typeface="Arial"/>
              <a:buNone/>
              <a:defRPr b="1" i="0" sz="2400" u="none" cap="none" strike="noStrike">
                <a:solidFill>
                  <a:schemeClr val="dk1"/>
                </a:solidFill>
                <a:latin typeface="Arial"/>
                <a:ea typeface="Arial"/>
                <a:cs typeface="Arial"/>
                <a:sym typeface="Arial"/>
              </a:defRPr>
            </a:lvl1pPr>
            <a:lvl2pPr indent="-228600" lvl="1" marL="914400" marR="0" rtl="0" algn="l">
              <a:lnSpc>
                <a:spcPct val="85000"/>
              </a:lnSpc>
              <a:spcBef>
                <a:spcPts val="700"/>
              </a:spcBef>
              <a:spcAft>
                <a:spcPts val="0"/>
              </a:spcAft>
              <a:buClr>
                <a:srgbClr val="EBB839"/>
              </a:buClr>
              <a:buSzPts val="1500"/>
              <a:buFont typeface="Times"/>
              <a:buNone/>
              <a:defRPr b="1" i="0" sz="2000" u="none" cap="none" strike="noStrike">
                <a:solidFill>
                  <a:schemeClr val="dk1"/>
                </a:solidFill>
                <a:latin typeface="Arial"/>
                <a:ea typeface="Arial"/>
                <a:cs typeface="Arial"/>
                <a:sym typeface="Arial"/>
              </a:defRPr>
            </a:lvl2pPr>
            <a:lvl3pPr indent="-228600" lvl="2" marL="1371600" marR="0" rtl="0" algn="l">
              <a:lnSpc>
                <a:spcPct val="85000"/>
              </a:lnSpc>
              <a:spcBef>
                <a:spcPts val="630"/>
              </a:spcBef>
              <a:spcAft>
                <a:spcPts val="0"/>
              </a:spcAft>
              <a:buClr>
                <a:srgbClr val="EBB839"/>
              </a:buClr>
              <a:buSzPts val="1350"/>
              <a:buFont typeface="Courier New"/>
              <a:buNone/>
              <a:defRPr b="1" i="0" sz="1800" u="none" cap="none" strike="noStrike">
                <a:solidFill>
                  <a:schemeClr val="dk1"/>
                </a:solidFill>
                <a:latin typeface="Arial"/>
                <a:ea typeface="Arial"/>
                <a:cs typeface="Arial"/>
                <a:sym typeface="Arial"/>
              </a:defRPr>
            </a:lvl3pPr>
            <a:lvl4pPr indent="-228600" lvl="3" marL="1828800" marR="0" rtl="0" algn="l">
              <a:spcBef>
                <a:spcPts val="320"/>
              </a:spcBef>
              <a:spcAft>
                <a:spcPts val="0"/>
              </a:spcAft>
              <a:buClr>
                <a:srgbClr val="EBB839"/>
              </a:buClr>
              <a:buSzPts val="1200"/>
              <a:buFont typeface="Arial"/>
              <a:buNone/>
              <a:defRPr b="1" i="0" sz="1600" u="none" cap="none" strike="noStrike">
                <a:solidFill>
                  <a:schemeClr val="dk1"/>
                </a:solidFill>
                <a:latin typeface="Arial"/>
                <a:ea typeface="Arial"/>
                <a:cs typeface="Arial"/>
                <a:sym typeface="Arial"/>
              </a:defRPr>
            </a:lvl4pPr>
            <a:lvl5pPr indent="-228600" lvl="4" marL="2286000" marR="0" rtl="0" algn="l">
              <a:spcBef>
                <a:spcPts val="320"/>
              </a:spcBef>
              <a:spcAft>
                <a:spcPts val="0"/>
              </a:spcAft>
              <a:buClr>
                <a:srgbClr val="EBB839"/>
              </a:buClr>
              <a:buSzPts val="1040"/>
              <a:buFont typeface="Noto Sans Symbols"/>
              <a:buNone/>
              <a:defRPr b="1" i="0" sz="1600" u="none" cap="none" strike="noStrike">
                <a:solidFill>
                  <a:schemeClr val="dk1"/>
                </a:solidFill>
                <a:latin typeface="Arial"/>
                <a:ea typeface="Arial"/>
                <a:cs typeface="Arial"/>
                <a:sym typeface="Arial"/>
              </a:defRPr>
            </a:lvl5pPr>
            <a:lvl6pPr indent="-228600" lvl="5" marL="2743200" marR="0" rtl="0" algn="l">
              <a:spcBef>
                <a:spcPts val="320"/>
              </a:spcBef>
              <a:spcAft>
                <a:spcPts val="0"/>
              </a:spcAft>
              <a:buClr>
                <a:schemeClr val="dk1"/>
              </a:buClr>
              <a:buSzPts val="1040"/>
              <a:buFont typeface="Noto Sans Symbols"/>
              <a:buNone/>
              <a:defRPr b="1" i="0" sz="1600" u="none" cap="none" strike="noStrike">
                <a:solidFill>
                  <a:schemeClr val="dk1"/>
                </a:solidFill>
                <a:latin typeface="Arial"/>
                <a:ea typeface="Arial"/>
                <a:cs typeface="Arial"/>
                <a:sym typeface="Arial"/>
              </a:defRPr>
            </a:lvl6pPr>
            <a:lvl7pPr indent="-228600" lvl="6" marL="3200400" marR="0" rtl="0" algn="l">
              <a:spcBef>
                <a:spcPts val="320"/>
              </a:spcBef>
              <a:spcAft>
                <a:spcPts val="0"/>
              </a:spcAft>
              <a:buClr>
                <a:schemeClr val="dk1"/>
              </a:buClr>
              <a:buSzPts val="1040"/>
              <a:buFont typeface="Noto Sans Symbols"/>
              <a:buNone/>
              <a:defRPr b="1" i="0" sz="1600" u="none" cap="none" strike="noStrike">
                <a:solidFill>
                  <a:schemeClr val="dk1"/>
                </a:solidFill>
                <a:latin typeface="Arial"/>
                <a:ea typeface="Arial"/>
                <a:cs typeface="Arial"/>
                <a:sym typeface="Arial"/>
              </a:defRPr>
            </a:lvl7pPr>
            <a:lvl8pPr indent="-228600" lvl="7" marL="3657600" marR="0" rtl="0" algn="l">
              <a:spcBef>
                <a:spcPts val="320"/>
              </a:spcBef>
              <a:spcAft>
                <a:spcPts val="0"/>
              </a:spcAft>
              <a:buClr>
                <a:schemeClr val="dk1"/>
              </a:buClr>
              <a:buSzPts val="1040"/>
              <a:buFont typeface="Noto Sans Symbols"/>
              <a:buNone/>
              <a:defRPr b="1" i="0" sz="1600" u="none" cap="none" strike="noStrike">
                <a:solidFill>
                  <a:schemeClr val="dk1"/>
                </a:solidFill>
                <a:latin typeface="Arial"/>
                <a:ea typeface="Arial"/>
                <a:cs typeface="Arial"/>
                <a:sym typeface="Arial"/>
              </a:defRPr>
            </a:lvl8pPr>
            <a:lvl9pPr indent="-228600" lvl="8" marL="4114800" marR="0" rtl="0" algn="l">
              <a:spcBef>
                <a:spcPts val="320"/>
              </a:spcBef>
              <a:spcAft>
                <a:spcPts val="0"/>
              </a:spcAft>
              <a:buClr>
                <a:schemeClr val="dk1"/>
              </a:buClr>
              <a:buSzPts val="1040"/>
              <a:buFont typeface="Noto Sans Symbols"/>
              <a:buNone/>
              <a:defRPr b="1" i="0" sz="1600" u="none" cap="none" strike="noStrike">
                <a:solidFill>
                  <a:schemeClr val="dk1"/>
                </a:solidFill>
                <a:latin typeface="Arial"/>
                <a:ea typeface="Arial"/>
                <a:cs typeface="Arial"/>
                <a:sym typeface="Arial"/>
              </a:defRPr>
            </a:lvl9pPr>
          </a:lstStyle>
          <a:p/>
        </p:txBody>
      </p:sp>
      <p:sp>
        <p:nvSpPr>
          <p:cNvPr id="25" name="Google Shape;25;p3"/>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Autofit/>
          </a:bodyPr>
          <a:lstStyle>
            <a:lvl1pPr indent="-320040" lvl="0" marL="457200" marR="0" rtl="0" algn="l">
              <a:lnSpc>
                <a:spcPct val="85000"/>
              </a:lnSpc>
              <a:spcBef>
                <a:spcPts val="840"/>
              </a:spcBef>
              <a:spcAft>
                <a:spcPts val="0"/>
              </a:spcAft>
              <a:buClr>
                <a:srgbClr val="EBB839"/>
              </a:buClr>
              <a:buSzPts val="1440"/>
              <a:buFont typeface="Arial"/>
              <a:buChar char="o"/>
              <a:defRPr b="0" i="0" sz="2400" u="none" cap="none" strike="noStrike">
                <a:solidFill>
                  <a:schemeClr val="dk1"/>
                </a:solidFill>
                <a:latin typeface="Arial"/>
                <a:ea typeface="Arial"/>
                <a:cs typeface="Arial"/>
                <a:sym typeface="Arial"/>
              </a:defRPr>
            </a:lvl1pPr>
            <a:lvl2pPr indent="-323850" lvl="1" marL="914400" marR="0" rtl="0" algn="l">
              <a:lnSpc>
                <a:spcPct val="85000"/>
              </a:lnSpc>
              <a:spcBef>
                <a:spcPts val="700"/>
              </a:spcBef>
              <a:spcAft>
                <a:spcPts val="0"/>
              </a:spcAft>
              <a:buClr>
                <a:srgbClr val="EBB839"/>
              </a:buClr>
              <a:buSzPts val="1500"/>
              <a:buFont typeface="Times"/>
              <a:buChar char="•"/>
              <a:defRPr b="0" i="0" sz="2000" u="none" cap="none" strike="noStrike">
                <a:solidFill>
                  <a:schemeClr val="dk1"/>
                </a:solidFill>
                <a:latin typeface="Arial"/>
                <a:ea typeface="Arial"/>
                <a:cs typeface="Arial"/>
                <a:sym typeface="Arial"/>
              </a:defRPr>
            </a:lvl2pPr>
            <a:lvl3pPr indent="-314325" lvl="2" marL="1371600" marR="0" rtl="0" algn="l">
              <a:lnSpc>
                <a:spcPct val="85000"/>
              </a:lnSpc>
              <a:spcBef>
                <a:spcPts val="630"/>
              </a:spcBef>
              <a:spcAft>
                <a:spcPts val="0"/>
              </a:spcAft>
              <a:buClr>
                <a:srgbClr val="EBB839"/>
              </a:buClr>
              <a:buSzPts val="1350"/>
              <a:buFont typeface="Courier New"/>
              <a:buChar char="o"/>
              <a:defRPr b="0" i="0" sz="1800" u="none" cap="none" strike="noStrike">
                <a:solidFill>
                  <a:schemeClr val="dk1"/>
                </a:solidFill>
                <a:latin typeface="Arial"/>
                <a:ea typeface="Arial"/>
                <a:cs typeface="Arial"/>
                <a:sym typeface="Arial"/>
              </a:defRPr>
            </a:lvl3pPr>
            <a:lvl4pPr indent="-304800" lvl="3" marL="1828800" marR="0" rtl="0" algn="l">
              <a:spcBef>
                <a:spcPts val="320"/>
              </a:spcBef>
              <a:spcAft>
                <a:spcPts val="0"/>
              </a:spcAft>
              <a:buClr>
                <a:srgbClr val="EBB839"/>
              </a:buClr>
              <a:buSzPts val="1200"/>
              <a:buFont typeface="Arial"/>
              <a:buChar char="•"/>
              <a:defRPr b="0" i="0" sz="1600" u="none" cap="none" strike="noStrike">
                <a:solidFill>
                  <a:schemeClr val="dk1"/>
                </a:solidFill>
                <a:latin typeface="Arial"/>
                <a:ea typeface="Arial"/>
                <a:cs typeface="Arial"/>
                <a:sym typeface="Arial"/>
              </a:defRPr>
            </a:lvl4pPr>
            <a:lvl5pPr indent="-294640" lvl="4" marL="2286000" marR="0" rtl="0" algn="l">
              <a:spcBef>
                <a:spcPts val="320"/>
              </a:spcBef>
              <a:spcAft>
                <a:spcPts val="0"/>
              </a:spcAft>
              <a:buClr>
                <a:srgbClr val="EBB839"/>
              </a:buClr>
              <a:buSzPts val="1040"/>
              <a:buFont typeface="Noto Sans Symbols"/>
              <a:buChar char="●"/>
              <a:defRPr b="0" i="0" sz="1600" u="none" cap="none" strike="noStrike">
                <a:solidFill>
                  <a:schemeClr val="dk1"/>
                </a:solidFill>
                <a:latin typeface="Arial"/>
                <a:ea typeface="Arial"/>
                <a:cs typeface="Arial"/>
                <a:sym typeface="Arial"/>
              </a:defRPr>
            </a:lvl5pPr>
            <a:lvl6pPr indent="-294640" lvl="5" marL="2743200" marR="0" rtl="0" algn="l">
              <a:spcBef>
                <a:spcPts val="320"/>
              </a:spcBef>
              <a:spcAft>
                <a:spcPts val="0"/>
              </a:spcAft>
              <a:buClr>
                <a:schemeClr val="dk1"/>
              </a:buClr>
              <a:buSzPts val="1040"/>
              <a:buFont typeface="Noto Sans Symbols"/>
              <a:buChar char="●"/>
              <a:defRPr b="0" i="0" sz="1600" u="none" cap="none" strike="noStrike">
                <a:solidFill>
                  <a:schemeClr val="dk1"/>
                </a:solidFill>
                <a:latin typeface="Arial"/>
                <a:ea typeface="Arial"/>
                <a:cs typeface="Arial"/>
                <a:sym typeface="Arial"/>
              </a:defRPr>
            </a:lvl6pPr>
            <a:lvl7pPr indent="-294640" lvl="6" marL="3200400" marR="0" rtl="0" algn="l">
              <a:spcBef>
                <a:spcPts val="320"/>
              </a:spcBef>
              <a:spcAft>
                <a:spcPts val="0"/>
              </a:spcAft>
              <a:buClr>
                <a:schemeClr val="dk1"/>
              </a:buClr>
              <a:buSzPts val="1040"/>
              <a:buFont typeface="Noto Sans Symbols"/>
              <a:buChar char="●"/>
              <a:defRPr b="0" i="0" sz="1600" u="none" cap="none" strike="noStrike">
                <a:solidFill>
                  <a:schemeClr val="dk1"/>
                </a:solidFill>
                <a:latin typeface="Arial"/>
                <a:ea typeface="Arial"/>
                <a:cs typeface="Arial"/>
                <a:sym typeface="Arial"/>
              </a:defRPr>
            </a:lvl7pPr>
            <a:lvl8pPr indent="-294640" lvl="7" marL="3657600" marR="0" rtl="0" algn="l">
              <a:spcBef>
                <a:spcPts val="320"/>
              </a:spcBef>
              <a:spcAft>
                <a:spcPts val="0"/>
              </a:spcAft>
              <a:buClr>
                <a:schemeClr val="dk1"/>
              </a:buClr>
              <a:buSzPts val="1040"/>
              <a:buFont typeface="Noto Sans Symbols"/>
              <a:buChar char="●"/>
              <a:defRPr b="0" i="0" sz="1600" u="none" cap="none" strike="noStrike">
                <a:solidFill>
                  <a:schemeClr val="dk1"/>
                </a:solidFill>
                <a:latin typeface="Arial"/>
                <a:ea typeface="Arial"/>
                <a:cs typeface="Arial"/>
                <a:sym typeface="Arial"/>
              </a:defRPr>
            </a:lvl8pPr>
            <a:lvl9pPr indent="-294640" lvl="8" marL="4114800" marR="0" rtl="0" algn="l">
              <a:spcBef>
                <a:spcPts val="320"/>
              </a:spcBef>
              <a:spcAft>
                <a:spcPts val="0"/>
              </a:spcAft>
              <a:buClr>
                <a:schemeClr val="dk1"/>
              </a:buClr>
              <a:buSzPts val="1040"/>
              <a:buFont typeface="Noto Sans Symbols"/>
              <a:buChar char="●"/>
              <a:defRPr b="0" i="0" sz="1600" u="none" cap="none" strike="noStrike">
                <a:solidFill>
                  <a:schemeClr val="dk1"/>
                </a:solidFill>
                <a:latin typeface="Arial"/>
                <a:ea typeface="Arial"/>
                <a:cs typeface="Arial"/>
                <a:sym typeface="Arial"/>
              </a:defRPr>
            </a:lvl9pPr>
          </a:lstStyle>
          <a:p/>
        </p:txBody>
      </p:sp>
      <p:sp>
        <p:nvSpPr>
          <p:cNvPr id="26" name="Google Shape;26;p3"/>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Autofit/>
          </a:bodyPr>
          <a:lstStyle>
            <a:lvl1pPr indent="-228600" lvl="0" marL="457200" marR="0" rtl="0" algn="l">
              <a:lnSpc>
                <a:spcPct val="85000"/>
              </a:lnSpc>
              <a:spcBef>
                <a:spcPts val="840"/>
              </a:spcBef>
              <a:spcAft>
                <a:spcPts val="0"/>
              </a:spcAft>
              <a:buClr>
                <a:srgbClr val="EBB839"/>
              </a:buClr>
              <a:buSzPts val="1440"/>
              <a:buFont typeface="Arial"/>
              <a:buNone/>
              <a:defRPr b="1" i="0" sz="2400" u="none" cap="none" strike="noStrike">
                <a:solidFill>
                  <a:schemeClr val="dk1"/>
                </a:solidFill>
                <a:latin typeface="Arial"/>
                <a:ea typeface="Arial"/>
                <a:cs typeface="Arial"/>
                <a:sym typeface="Arial"/>
              </a:defRPr>
            </a:lvl1pPr>
            <a:lvl2pPr indent="-228600" lvl="1" marL="914400" marR="0" rtl="0" algn="l">
              <a:lnSpc>
                <a:spcPct val="85000"/>
              </a:lnSpc>
              <a:spcBef>
                <a:spcPts val="700"/>
              </a:spcBef>
              <a:spcAft>
                <a:spcPts val="0"/>
              </a:spcAft>
              <a:buClr>
                <a:srgbClr val="EBB839"/>
              </a:buClr>
              <a:buSzPts val="1500"/>
              <a:buFont typeface="Times"/>
              <a:buNone/>
              <a:defRPr b="1" i="0" sz="2000" u="none" cap="none" strike="noStrike">
                <a:solidFill>
                  <a:schemeClr val="dk1"/>
                </a:solidFill>
                <a:latin typeface="Arial"/>
                <a:ea typeface="Arial"/>
                <a:cs typeface="Arial"/>
                <a:sym typeface="Arial"/>
              </a:defRPr>
            </a:lvl2pPr>
            <a:lvl3pPr indent="-228600" lvl="2" marL="1371600" marR="0" rtl="0" algn="l">
              <a:lnSpc>
                <a:spcPct val="85000"/>
              </a:lnSpc>
              <a:spcBef>
                <a:spcPts val="630"/>
              </a:spcBef>
              <a:spcAft>
                <a:spcPts val="0"/>
              </a:spcAft>
              <a:buClr>
                <a:srgbClr val="EBB839"/>
              </a:buClr>
              <a:buSzPts val="1350"/>
              <a:buFont typeface="Courier New"/>
              <a:buNone/>
              <a:defRPr b="1" i="0" sz="1800" u="none" cap="none" strike="noStrike">
                <a:solidFill>
                  <a:schemeClr val="dk1"/>
                </a:solidFill>
                <a:latin typeface="Arial"/>
                <a:ea typeface="Arial"/>
                <a:cs typeface="Arial"/>
                <a:sym typeface="Arial"/>
              </a:defRPr>
            </a:lvl3pPr>
            <a:lvl4pPr indent="-228600" lvl="3" marL="1828800" marR="0" rtl="0" algn="l">
              <a:spcBef>
                <a:spcPts val="320"/>
              </a:spcBef>
              <a:spcAft>
                <a:spcPts val="0"/>
              </a:spcAft>
              <a:buClr>
                <a:srgbClr val="EBB839"/>
              </a:buClr>
              <a:buSzPts val="1200"/>
              <a:buFont typeface="Arial"/>
              <a:buNone/>
              <a:defRPr b="1" i="0" sz="1600" u="none" cap="none" strike="noStrike">
                <a:solidFill>
                  <a:schemeClr val="dk1"/>
                </a:solidFill>
                <a:latin typeface="Arial"/>
                <a:ea typeface="Arial"/>
                <a:cs typeface="Arial"/>
                <a:sym typeface="Arial"/>
              </a:defRPr>
            </a:lvl4pPr>
            <a:lvl5pPr indent="-228600" lvl="4" marL="2286000" marR="0" rtl="0" algn="l">
              <a:spcBef>
                <a:spcPts val="320"/>
              </a:spcBef>
              <a:spcAft>
                <a:spcPts val="0"/>
              </a:spcAft>
              <a:buClr>
                <a:srgbClr val="EBB839"/>
              </a:buClr>
              <a:buSzPts val="1040"/>
              <a:buFont typeface="Noto Sans Symbols"/>
              <a:buNone/>
              <a:defRPr b="1" i="0" sz="1600" u="none" cap="none" strike="noStrike">
                <a:solidFill>
                  <a:schemeClr val="dk1"/>
                </a:solidFill>
                <a:latin typeface="Arial"/>
                <a:ea typeface="Arial"/>
                <a:cs typeface="Arial"/>
                <a:sym typeface="Arial"/>
              </a:defRPr>
            </a:lvl5pPr>
            <a:lvl6pPr indent="-228600" lvl="5" marL="2743200" marR="0" rtl="0" algn="l">
              <a:spcBef>
                <a:spcPts val="320"/>
              </a:spcBef>
              <a:spcAft>
                <a:spcPts val="0"/>
              </a:spcAft>
              <a:buClr>
                <a:schemeClr val="dk1"/>
              </a:buClr>
              <a:buSzPts val="1040"/>
              <a:buFont typeface="Noto Sans Symbols"/>
              <a:buNone/>
              <a:defRPr b="1" i="0" sz="1600" u="none" cap="none" strike="noStrike">
                <a:solidFill>
                  <a:schemeClr val="dk1"/>
                </a:solidFill>
                <a:latin typeface="Arial"/>
                <a:ea typeface="Arial"/>
                <a:cs typeface="Arial"/>
                <a:sym typeface="Arial"/>
              </a:defRPr>
            </a:lvl6pPr>
            <a:lvl7pPr indent="-228600" lvl="6" marL="3200400" marR="0" rtl="0" algn="l">
              <a:spcBef>
                <a:spcPts val="320"/>
              </a:spcBef>
              <a:spcAft>
                <a:spcPts val="0"/>
              </a:spcAft>
              <a:buClr>
                <a:schemeClr val="dk1"/>
              </a:buClr>
              <a:buSzPts val="1040"/>
              <a:buFont typeface="Noto Sans Symbols"/>
              <a:buNone/>
              <a:defRPr b="1" i="0" sz="1600" u="none" cap="none" strike="noStrike">
                <a:solidFill>
                  <a:schemeClr val="dk1"/>
                </a:solidFill>
                <a:latin typeface="Arial"/>
                <a:ea typeface="Arial"/>
                <a:cs typeface="Arial"/>
                <a:sym typeface="Arial"/>
              </a:defRPr>
            </a:lvl7pPr>
            <a:lvl8pPr indent="-228600" lvl="7" marL="3657600" marR="0" rtl="0" algn="l">
              <a:spcBef>
                <a:spcPts val="320"/>
              </a:spcBef>
              <a:spcAft>
                <a:spcPts val="0"/>
              </a:spcAft>
              <a:buClr>
                <a:schemeClr val="dk1"/>
              </a:buClr>
              <a:buSzPts val="1040"/>
              <a:buFont typeface="Noto Sans Symbols"/>
              <a:buNone/>
              <a:defRPr b="1" i="0" sz="1600" u="none" cap="none" strike="noStrike">
                <a:solidFill>
                  <a:schemeClr val="dk1"/>
                </a:solidFill>
                <a:latin typeface="Arial"/>
                <a:ea typeface="Arial"/>
                <a:cs typeface="Arial"/>
                <a:sym typeface="Arial"/>
              </a:defRPr>
            </a:lvl8pPr>
            <a:lvl9pPr indent="-228600" lvl="8" marL="4114800" marR="0" rtl="0" algn="l">
              <a:spcBef>
                <a:spcPts val="320"/>
              </a:spcBef>
              <a:spcAft>
                <a:spcPts val="0"/>
              </a:spcAft>
              <a:buClr>
                <a:schemeClr val="dk1"/>
              </a:buClr>
              <a:buSzPts val="1040"/>
              <a:buFont typeface="Noto Sans Symbols"/>
              <a:buNone/>
              <a:defRPr b="1" i="0" sz="1600" u="none" cap="none" strike="noStrike">
                <a:solidFill>
                  <a:schemeClr val="dk1"/>
                </a:solidFill>
                <a:latin typeface="Arial"/>
                <a:ea typeface="Arial"/>
                <a:cs typeface="Arial"/>
                <a:sym typeface="Arial"/>
              </a:defRPr>
            </a:lvl9pPr>
          </a:lstStyle>
          <a:p/>
        </p:txBody>
      </p:sp>
      <p:sp>
        <p:nvSpPr>
          <p:cNvPr id="27" name="Google Shape;27;p3"/>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Autofit/>
          </a:bodyPr>
          <a:lstStyle>
            <a:lvl1pPr indent="-320040" lvl="0" marL="457200" marR="0" rtl="0" algn="l">
              <a:lnSpc>
                <a:spcPct val="85000"/>
              </a:lnSpc>
              <a:spcBef>
                <a:spcPts val="840"/>
              </a:spcBef>
              <a:spcAft>
                <a:spcPts val="0"/>
              </a:spcAft>
              <a:buClr>
                <a:srgbClr val="EBB839"/>
              </a:buClr>
              <a:buSzPts val="1440"/>
              <a:buFont typeface="Arial"/>
              <a:buChar char="o"/>
              <a:defRPr b="0" i="0" sz="2400" u="none" cap="none" strike="noStrike">
                <a:solidFill>
                  <a:schemeClr val="dk1"/>
                </a:solidFill>
                <a:latin typeface="Arial"/>
                <a:ea typeface="Arial"/>
                <a:cs typeface="Arial"/>
                <a:sym typeface="Arial"/>
              </a:defRPr>
            </a:lvl1pPr>
            <a:lvl2pPr indent="-323850" lvl="1" marL="914400" marR="0" rtl="0" algn="l">
              <a:lnSpc>
                <a:spcPct val="85000"/>
              </a:lnSpc>
              <a:spcBef>
                <a:spcPts val="700"/>
              </a:spcBef>
              <a:spcAft>
                <a:spcPts val="0"/>
              </a:spcAft>
              <a:buClr>
                <a:srgbClr val="EBB839"/>
              </a:buClr>
              <a:buSzPts val="1500"/>
              <a:buFont typeface="Times"/>
              <a:buChar char="•"/>
              <a:defRPr b="0" i="0" sz="2000" u="none" cap="none" strike="noStrike">
                <a:solidFill>
                  <a:schemeClr val="dk1"/>
                </a:solidFill>
                <a:latin typeface="Arial"/>
                <a:ea typeface="Arial"/>
                <a:cs typeface="Arial"/>
                <a:sym typeface="Arial"/>
              </a:defRPr>
            </a:lvl2pPr>
            <a:lvl3pPr indent="-314325" lvl="2" marL="1371600" marR="0" rtl="0" algn="l">
              <a:lnSpc>
                <a:spcPct val="85000"/>
              </a:lnSpc>
              <a:spcBef>
                <a:spcPts val="630"/>
              </a:spcBef>
              <a:spcAft>
                <a:spcPts val="0"/>
              </a:spcAft>
              <a:buClr>
                <a:srgbClr val="EBB839"/>
              </a:buClr>
              <a:buSzPts val="1350"/>
              <a:buFont typeface="Courier New"/>
              <a:buChar char="o"/>
              <a:defRPr b="0" i="0" sz="1800" u="none" cap="none" strike="noStrike">
                <a:solidFill>
                  <a:schemeClr val="dk1"/>
                </a:solidFill>
                <a:latin typeface="Arial"/>
                <a:ea typeface="Arial"/>
                <a:cs typeface="Arial"/>
                <a:sym typeface="Arial"/>
              </a:defRPr>
            </a:lvl3pPr>
            <a:lvl4pPr indent="-304800" lvl="3" marL="1828800" marR="0" rtl="0" algn="l">
              <a:spcBef>
                <a:spcPts val="320"/>
              </a:spcBef>
              <a:spcAft>
                <a:spcPts val="0"/>
              </a:spcAft>
              <a:buClr>
                <a:srgbClr val="EBB839"/>
              </a:buClr>
              <a:buSzPts val="1200"/>
              <a:buFont typeface="Arial"/>
              <a:buChar char="•"/>
              <a:defRPr b="0" i="0" sz="1600" u="none" cap="none" strike="noStrike">
                <a:solidFill>
                  <a:schemeClr val="dk1"/>
                </a:solidFill>
                <a:latin typeface="Arial"/>
                <a:ea typeface="Arial"/>
                <a:cs typeface="Arial"/>
                <a:sym typeface="Arial"/>
              </a:defRPr>
            </a:lvl4pPr>
            <a:lvl5pPr indent="-294640" lvl="4" marL="2286000" marR="0" rtl="0" algn="l">
              <a:spcBef>
                <a:spcPts val="320"/>
              </a:spcBef>
              <a:spcAft>
                <a:spcPts val="0"/>
              </a:spcAft>
              <a:buClr>
                <a:srgbClr val="EBB839"/>
              </a:buClr>
              <a:buSzPts val="1040"/>
              <a:buFont typeface="Noto Sans Symbols"/>
              <a:buChar char="●"/>
              <a:defRPr b="0" i="0" sz="1600" u="none" cap="none" strike="noStrike">
                <a:solidFill>
                  <a:schemeClr val="dk1"/>
                </a:solidFill>
                <a:latin typeface="Arial"/>
                <a:ea typeface="Arial"/>
                <a:cs typeface="Arial"/>
                <a:sym typeface="Arial"/>
              </a:defRPr>
            </a:lvl5pPr>
            <a:lvl6pPr indent="-294640" lvl="5" marL="2743200" marR="0" rtl="0" algn="l">
              <a:spcBef>
                <a:spcPts val="320"/>
              </a:spcBef>
              <a:spcAft>
                <a:spcPts val="0"/>
              </a:spcAft>
              <a:buClr>
                <a:schemeClr val="dk1"/>
              </a:buClr>
              <a:buSzPts val="1040"/>
              <a:buFont typeface="Noto Sans Symbols"/>
              <a:buChar char="●"/>
              <a:defRPr b="0" i="0" sz="1600" u="none" cap="none" strike="noStrike">
                <a:solidFill>
                  <a:schemeClr val="dk1"/>
                </a:solidFill>
                <a:latin typeface="Arial"/>
                <a:ea typeface="Arial"/>
                <a:cs typeface="Arial"/>
                <a:sym typeface="Arial"/>
              </a:defRPr>
            </a:lvl6pPr>
            <a:lvl7pPr indent="-294640" lvl="6" marL="3200400" marR="0" rtl="0" algn="l">
              <a:spcBef>
                <a:spcPts val="320"/>
              </a:spcBef>
              <a:spcAft>
                <a:spcPts val="0"/>
              </a:spcAft>
              <a:buClr>
                <a:schemeClr val="dk1"/>
              </a:buClr>
              <a:buSzPts val="1040"/>
              <a:buFont typeface="Noto Sans Symbols"/>
              <a:buChar char="●"/>
              <a:defRPr b="0" i="0" sz="1600" u="none" cap="none" strike="noStrike">
                <a:solidFill>
                  <a:schemeClr val="dk1"/>
                </a:solidFill>
                <a:latin typeface="Arial"/>
                <a:ea typeface="Arial"/>
                <a:cs typeface="Arial"/>
                <a:sym typeface="Arial"/>
              </a:defRPr>
            </a:lvl7pPr>
            <a:lvl8pPr indent="-294640" lvl="7" marL="3657600" marR="0" rtl="0" algn="l">
              <a:spcBef>
                <a:spcPts val="320"/>
              </a:spcBef>
              <a:spcAft>
                <a:spcPts val="0"/>
              </a:spcAft>
              <a:buClr>
                <a:schemeClr val="dk1"/>
              </a:buClr>
              <a:buSzPts val="1040"/>
              <a:buFont typeface="Noto Sans Symbols"/>
              <a:buChar char="●"/>
              <a:defRPr b="0" i="0" sz="1600" u="none" cap="none" strike="noStrike">
                <a:solidFill>
                  <a:schemeClr val="dk1"/>
                </a:solidFill>
                <a:latin typeface="Arial"/>
                <a:ea typeface="Arial"/>
                <a:cs typeface="Arial"/>
                <a:sym typeface="Arial"/>
              </a:defRPr>
            </a:lvl8pPr>
            <a:lvl9pPr indent="-294640" lvl="8" marL="4114800" marR="0" rtl="0" algn="l">
              <a:spcBef>
                <a:spcPts val="320"/>
              </a:spcBef>
              <a:spcAft>
                <a:spcPts val="0"/>
              </a:spcAft>
              <a:buClr>
                <a:schemeClr val="dk1"/>
              </a:buClr>
              <a:buSzPts val="1040"/>
              <a:buFont typeface="Noto Sans Symbols"/>
              <a:buChar char="●"/>
              <a:defRPr b="0" i="0" sz="1600" u="none" cap="none" strike="noStrike">
                <a:solidFill>
                  <a:schemeClr val="dk1"/>
                </a:solidFill>
                <a:latin typeface="Arial"/>
                <a:ea typeface="Arial"/>
                <a:cs typeface="Arial"/>
                <a:sym typeface="Arial"/>
              </a:defRPr>
            </a:lvl9pPr>
          </a:lstStyle>
          <a:p/>
        </p:txBody>
      </p:sp>
      <p:sp>
        <p:nvSpPr>
          <p:cNvPr id="28" name="Google Shape;28;p3"/>
          <p:cNvSpPr txBox="1"/>
          <p:nvPr>
            <p:ph idx="12" type="sldNum"/>
          </p:nvPr>
        </p:nvSpPr>
        <p:spPr>
          <a:xfrm>
            <a:off x="84137" y="6242050"/>
            <a:ext cx="587375" cy="488950"/>
          </a:xfrm>
          <a:prstGeom prst="rect">
            <a:avLst/>
          </a:prstGeom>
          <a:noFill/>
          <a:ln>
            <a:noFill/>
          </a:ln>
        </p:spPr>
        <p:txBody>
          <a:bodyPr anchorCtr="1" anchor="b" bIns="45700" lIns="91425" spcFirstLastPara="1" rIns="91425" wrap="square" tIns="45700">
            <a:noAutofit/>
          </a:bodyPr>
          <a:lstStyle>
            <a:lvl1pPr indent="0" lvl="0" marL="0" marR="0" rtl="0" algn="l">
              <a:lnSpc>
                <a:spcPct val="100000"/>
              </a:lnSpc>
              <a:spcBef>
                <a:spcPts val="0"/>
              </a:spcBef>
              <a:spcAft>
                <a:spcPts val="0"/>
              </a:spcAft>
              <a:buClr>
                <a:schemeClr val="lt1"/>
              </a:buClr>
              <a:buSzPts val="2600"/>
              <a:buFont typeface="Arial"/>
              <a:buNone/>
              <a:defRPr b="1" i="0" sz="2600" u="none">
                <a:solidFill>
                  <a:schemeClr val="lt1"/>
                </a:solidFill>
                <a:latin typeface="Arial"/>
                <a:ea typeface="Arial"/>
                <a:cs typeface="Arial"/>
                <a:sym typeface="Arial"/>
              </a:defRPr>
            </a:lvl1pPr>
            <a:lvl2pPr indent="0" lvl="1" marL="0" marR="0" rtl="0" algn="l">
              <a:lnSpc>
                <a:spcPct val="100000"/>
              </a:lnSpc>
              <a:spcBef>
                <a:spcPts val="0"/>
              </a:spcBef>
              <a:spcAft>
                <a:spcPts val="0"/>
              </a:spcAft>
              <a:buClr>
                <a:schemeClr val="lt1"/>
              </a:buClr>
              <a:buSzPts val="2600"/>
              <a:buFont typeface="Arial"/>
              <a:buNone/>
              <a:defRPr b="1" i="0" sz="2600" u="none">
                <a:solidFill>
                  <a:schemeClr val="lt1"/>
                </a:solidFill>
                <a:latin typeface="Arial"/>
                <a:ea typeface="Arial"/>
                <a:cs typeface="Arial"/>
                <a:sym typeface="Arial"/>
              </a:defRPr>
            </a:lvl2pPr>
            <a:lvl3pPr indent="0" lvl="2" marL="0" marR="0" rtl="0" algn="l">
              <a:lnSpc>
                <a:spcPct val="100000"/>
              </a:lnSpc>
              <a:spcBef>
                <a:spcPts val="0"/>
              </a:spcBef>
              <a:spcAft>
                <a:spcPts val="0"/>
              </a:spcAft>
              <a:buClr>
                <a:schemeClr val="lt1"/>
              </a:buClr>
              <a:buSzPts val="2600"/>
              <a:buFont typeface="Arial"/>
              <a:buNone/>
              <a:defRPr b="1" i="0" sz="2600" u="none">
                <a:solidFill>
                  <a:schemeClr val="lt1"/>
                </a:solidFill>
                <a:latin typeface="Arial"/>
                <a:ea typeface="Arial"/>
                <a:cs typeface="Arial"/>
                <a:sym typeface="Arial"/>
              </a:defRPr>
            </a:lvl3pPr>
            <a:lvl4pPr indent="0" lvl="3" marL="0" marR="0" rtl="0" algn="l">
              <a:lnSpc>
                <a:spcPct val="100000"/>
              </a:lnSpc>
              <a:spcBef>
                <a:spcPts val="0"/>
              </a:spcBef>
              <a:spcAft>
                <a:spcPts val="0"/>
              </a:spcAft>
              <a:buClr>
                <a:schemeClr val="lt1"/>
              </a:buClr>
              <a:buSzPts val="2600"/>
              <a:buFont typeface="Arial"/>
              <a:buNone/>
              <a:defRPr b="1" i="0" sz="2600" u="none">
                <a:solidFill>
                  <a:schemeClr val="lt1"/>
                </a:solidFill>
                <a:latin typeface="Arial"/>
                <a:ea typeface="Arial"/>
                <a:cs typeface="Arial"/>
                <a:sym typeface="Arial"/>
              </a:defRPr>
            </a:lvl4pPr>
            <a:lvl5pPr indent="0" lvl="4" marL="0" marR="0" rtl="0" algn="l">
              <a:lnSpc>
                <a:spcPct val="100000"/>
              </a:lnSpc>
              <a:spcBef>
                <a:spcPts val="0"/>
              </a:spcBef>
              <a:spcAft>
                <a:spcPts val="0"/>
              </a:spcAft>
              <a:buClr>
                <a:schemeClr val="lt1"/>
              </a:buClr>
              <a:buSzPts val="2600"/>
              <a:buFont typeface="Arial"/>
              <a:buNone/>
              <a:defRPr b="1" i="0" sz="2600" u="none">
                <a:solidFill>
                  <a:schemeClr val="lt1"/>
                </a:solidFill>
                <a:latin typeface="Arial"/>
                <a:ea typeface="Arial"/>
                <a:cs typeface="Arial"/>
                <a:sym typeface="Arial"/>
              </a:defRPr>
            </a:lvl5pPr>
            <a:lvl6pPr indent="0" lvl="5" marL="0" marR="0" rtl="0" algn="l">
              <a:lnSpc>
                <a:spcPct val="100000"/>
              </a:lnSpc>
              <a:spcBef>
                <a:spcPts val="0"/>
              </a:spcBef>
              <a:spcAft>
                <a:spcPts val="0"/>
              </a:spcAft>
              <a:buClr>
                <a:schemeClr val="lt1"/>
              </a:buClr>
              <a:buSzPts val="2600"/>
              <a:buFont typeface="Arial"/>
              <a:buNone/>
              <a:defRPr b="1" i="0" sz="2600" u="none">
                <a:solidFill>
                  <a:schemeClr val="lt1"/>
                </a:solidFill>
                <a:latin typeface="Arial"/>
                <a:ea typeface="Arial"/>
                <a:cs typeface="Arial"/>
                <a:sym typeface="Arial"/>
              </a:defRPr>
            </a:lvl6pPr>
            <a:lvl7pPr indent="0" lvl="6" marL="0" marR="0" rtl="0" algn="l">
              <a:lnSpc>
                <a:spcPct val="100000"/>
              </a:lnSpc>
              <a:spcBef>
                <a:spcPts val="0"/>
              </a:spcBef>
              <a:spcAft>
                <a:spcPts val="0"/>
              </a:spcAft>
              <a:buClr>
                <a:schemeClr val="lt1"/>
              </a:buClr>
              <a:buSzPts val="2600"/>
              <a:buFont typeface="Arial"/>
              <a:buNone/>
              <a:defRPr b="1" i="0" sz="2600" u="none">
                <a:solidFill>
                  <a:schemeClr val="lt1"/>
                </a:solidFill>
                <a:latin typeface="Arial"/>
                <a:ea typeface="Arial"/>
                <a:cs typeface="Arial"/>
                <a:sym typeface="Arial"/>
              </a:defRPr>
            </a:lvl7pPr>
            <a:lvl8pPr indent="0" lvl="7" marL="0" marR="0" rtl="0" algn="l">
              <a:lnSpc>
                <a:spcPct val="100000"/>
              </a:lnSpc>
              <a:spcBef>
                <a:spcPts val="0"/>
              </a:spcBef>
              <a:spcAft>
                <a:spcPts val="0"/>
              </a:spcAft>
              <a:buClr>
                <a:schemeClr val="lt1"/>
              </a:buClr>
              <a:buSzPts val="2600"/>
              <a:buFont typeface="Arial"/>
              <a:buNone/>
              <a:defRPr b="1" i="0" sz="2600" u="none">
                <a:solidFill>
                  <a:schemeClr val="lt1"/>
                </a:solidFill>
                <a:latin typeface="Arial"/>
                <a:ea typeface="Arial"/>
                <a:cs typeface="Arial"/>
                <a:sym typeface="Arial"/>
              </a:defRPr>
            </a:lvl8pPr>
            <a:lvl9pPr indent="0" lvl="8" marL="0" marR="0" rtl="0" algn="l">
              <a:lnSpc>
                <a:spcPct val="100000"/>
              </a:lnSpc>
              <a:spcBef>
                <a:spcPts val="0"/>
              </a:spcBef>
              <a:spcAft>
                <a:spcPts val="0"/>
              </a:spcAft>
              <a:buClr>
                <a:schemeClr val="lt1"/>
              </a:buClr>
              <a:buSzPts val="2600"/>
              <a:buFont typeface="Arial"/>
              <a:buNone/>
              <a:defRPr b="1" i="0" sz="2600" u="none">
                <a:solidFill>
                  <a:schemeClr val="lt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41" name="Shape 41"/>
        <p:cNvGrpSpPr/>
        <p:nvPr/>
      </p:nvGrpSpPr>
      <p:grpSpPr>
        <a:xfrm>
          <a:off x="0" y="0"/>
          <a:ext cx="0" cy="0"/>
          <a:chOff x="0" y="0"/>
          <a:chExt cx="0" cy="0"/>
        </a:xfrm>
      </p:grpSpPr>
      <p:sp>
        <p:nvSpPr>
          <p:cNvPr id="42" name="Google Shape;42;p5"/>
          <p:cNvSpPr/>
          <p:nvPr>
            <p:ph type="title"/>
          </p:nvPr>
        </p:nvSpPr>
        <p:spPr>
          <a:xfrm>
            <a:off x="762000" y="762000"/>
            <a:ext cx="7924800" cy="1143000"/>
          </a:xfrm>
          <a:prstGeom prst="roundRect">
            <a:avLst>
              <a:gd fmla="val 4680" name="adj"/>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SzPts val="1400"/>
              <a:buNone/>
              <a:defRPr b="1" i="0" sz="3600" u="none" cap="none" strike="noStrike">
                <a:solidFill>
                  <a:srgbClr val="000000"/>
                </a:solidFill>
                <a:latin typeface="Arial"/>
                <a:ea typeface="Arial"/>
                <a:cs typeface="Arial"/>
                <a:sym typeface="Arial"/>
              </a:defRPr>
            </a:lvl1pPr>
            <a:lvl2pPr lvl="1" marR="0" rtl="0" algn="l">
              <a:lnSpc>
                <a:spcPct val="90000"/>
              </a:lnSpc>
              <a:spcBef>
                <a:spcPts val="0"/>
              </a:spcBef>
              <a:spcAft>
                <a:spcPts val="0"/>
              </a:spcAft>
              <a:buSzPts val="1400"/>
              <a:buNone/>
              <a:defRPr b="1" i="0" sz="3600" u="none" cap="none" strike="noStrike">
                <a:solidFill>
                  <a:srgbClr val="53A753"/>
                </a:solidFill>
                <a:latin typeface="Arial"/>
                <a:ea typeface="Arial"/>
                <a:cs typeface="Arial"/>
                <a:sym typeface="Arial"/>
              </a:defRPr>
            </a:lvl2pPr>
            <a:lvl3pPr lvl="2" marR="0" rtl="0" algn="l">
              <a:lnSpc>
                <a:spcPct val="90000"/>
              </a:lnSpc>
              <a:spcBef>
                <a:spcPts val="0"/>
              </a:spcBef>
              <a:spcAft>
                <a:spcPts val="0"/>
              </a:spcAft>
              <a:buSzPts val="1400"/>
              <a:buNone/>
              <a:defRPr b="1" i="0" sz="3600" u="none" cap="none" strike="noStrike">
                <a:solidFill>
                  <a:srgbClr val="53A753"/>
                </a:solidFill>
                <a:latin typeface="Arial"/>
                <a:ea typeface="Arial"/>
                <a:cs typeface="Arial"/>
                <a:sym typeface="Arial"/>
              </a:defRPr>
            </a:lvl3pPr>
            <a:lvl4pPr lvl="3" marR="0" rtl="0" algn="l">
              <a:lnSpc>
                <a:spcPct val="90000"/>
              </a:lnSpc>
              <a:spcBef>
                <a:spcPts val="0"/>
              </a:spcBef>
              <a:spcAft>
                <a:spcPts val="0"/>
              </a:spcAft>
              <a:buSzPts val="1400"/>
              <a:buNone/>
              <a:defRPr b="1" i="0" sz="3600" u="none" cap="none" strike="noStrike">
                <a:solidFill>
                  <a:srgbClr val="53A753"/>
                </a:solidFill>
                <a:latin typeface="Arial"/>
                <a:ea typeface="Arial"/>
                <a:cs typeface="Arial"/>
                <a:sym typeface="Arial"/>
              </a:defRPr>
            </a:lvl4pPr>
            <a:lvl5pPr lvl="4" marR="0" rtl="0" algn="l">
              <a:lnSpc>
                <a:spcPct val="90000"/>
              </a:lnSpc>
              <a:spcBef>
                <a:spcPts val="0"/>
              </a:spcBef>
              <a:spcAft>
                <a:spcPts val="0"/>
              </a:spcAft>
              <a:buSzPts val="1400"/>
              <a:buNone/>
              <a:defRPr b="1" i="0" sz="3600" u="none" cap="none" strike="noStrike">
                <a:solidFill>
                  <a:srgbClr val="53A753"/>
                </a:solidFill>
                <a:latin typeface="Arial"/>
                <a:ea typeface="Arial"/>
                <a:cs typeface="Arial"/>
                <a:sym typeface="Arial"/>
              </a:defRPr>
            </a:lvl5pPr>
            <a:lvl6pPr lvl="5" marR="0" rtl="0" algn="l">
              <a:lnSpc>
                <a:spcPct val="90000"/>
              </a:lnSpc>
              <a:spcBef>
                <a:spcPts val="0"/>
              </a:spcBef>
              <a:spcAft>
                <a:spcPts val="0"/>
              </a:spcAft>
              <a:buSzPts val="1400"/>
              <a:buNone/>
              <a:defRPr b="1" i="0" sz="3600" u="none" cap="none" strike="noStrike">
                <a:solidFill>
                  <a:srgbClr val="53A753"/>
                </a:solidFill>
                <a:latin typeface="Arial"/>
                <a:ea typeface="Arial"/>
                <a:cs typeface="Arial"/>
                <a:sym typeface="Arial"/>
              </a:defRPr>
            </a:lvl6pPr>
            <a:lvl7pPr lvl="6" marR="0" rtl="0" algn="l">
              <a:lnSpc>
                <a:spcPct val="90000"/>
              </a:lnSpc>
              <a:spcBef>
                <a:spcPts val="0"/>
              </a:spcBef>
              <a:spcAft>
                <a:spcPts val="0"/>
              </a:spcAft>
              <a:buSzPts val="1400"/>
              <a:buNone/>
              <a:defRPr b="1" i="0" sz="3600" u="none" cap="none" strike="noStrike">
                <a:solidFill>
                  <a:srgbClr val="53A753"/>
                </a:solidFill>
                <a:latin typeface="Arial"/>
                <a:ea typeface="Arial"/>
                <a:cs typeface="Arial"/>
                <a:sym typeface="Arial"/>
              </a:defRPr>
            </a:lvl7pPr>
            <a:lvl8pPr lvl="7" marR="0" rtl="0" algn="l">
              <a:lnSpc>
                <a:spcPct val="90000"/>
              </a:lnSpc>
              <a:spcBef>
                <a:spcPts val="0"/>
              </a:spcBef>
              <a:spcAft>
                <a:spcPts val="0"/>
              </a:spcAft>
              <a:buSzPts val="1400"/>
              <a:buNone/>
              <a:defRPr b="1" i="0" sz="3600" u="none" cap="none" strike="noStrike">
                <a:solidFill>
                  <a:srgbClr val="53A753"/>
                </a:solidFill>
                <a:latin typeface="Arial"/>
                <a:ea typeface="Arial"/>
                <a:cs typeface="Arial"/>
                <a:sym typeface="Arial"/>
              </a:defRPr>
            </a:lvl8pPr>
            <a:lvl9pPr lvl="8" marR="0" rtl="0" algn="l">
              <a:lnSpc>
                <a:spcPct val="90000"/>
              </a:lnSpc>
              <a:spcBef>
                <a:spcPts val="0"/>
              </a:spcBef>
              <a:spcAft>
                <a:spcPts val="0"/>
              </a:spcAft>
              <a:buSzPts val="1400"/>
              <a:buNone/>
              <a:defRPr b="1" i="0" sz="3600" u="none" cap="none" strike="noStrike">
                <a:solidFill>
                  <a:srgbClr val="53A753"/>
                </a:solidFill>
                <a:latin typeface="Arial"/>
                <a:ea typeface="Arial"/>
                <a:cs typeface="Arial"/>
                <a:sym typeface="Arial"/>
              </a:defRPr>
            </a:lvl9pPr>
          </a:lstStyle>
          <a:p/>
        </p:txBody>
      </p:sp>
      <p:sp>
        <p:nvSpPr>
          <p:cNvPr id="43" name="Google Shape;43;p5"/>
          <p:cNvSpPr txBox="1"/>
          <p:nvPr>
            <p:ph idx="1" type="body"/>
          </p:nvPr>
        </p:nvSpPr>
        <p:spPr>
          <a:xfrm>
            <a:off x="838200" y="2362200"/>
            <a:ext cx="7693025" cy="3724275"/>
          </a:xfrm>
          <a:prstGeom prst="rect">
            <a:avLst/>
          </a:prstGeom>
          <a:noFill/>
          <a:ln>
            <a:noFill/>
          </a:ln>
        </p:spPr>
        <p:txBody>
          <a:bodyPr anchorCtr="0" anchor="t" bIns="45700" lIns="91425" spcFirstLastPara="1" rIns="91425" wrap="square" tIns="45700">
            <a:noAutofit/>
          </a:bodyPr>
          <a:lstStyle>
            <a:lvl1pPr indent="-335280" lvl="0" marL="457200" marR="0" rtl="0" algn="l">
              <a:lnSpc>
                <a:spcPct val="85000"/>
              </a:lnSpc>
              <a:spcBef>
                <a:spcPts val="980"/>
              </a:spcBef>
              <a:spcAft>
                <a:spcPts val="0"/>
              </a:spcAft>
              <a:buClr>
                <a:srgbClr val="EBB839"/>
              </a:buClr>
              <a:buSzPts val="1680"/>
              <a:buFont typeface="Arial"/>
              <a:buChar char="o"/>
              <a:defRPr b="0" i="0" sz="2800" u="none" cap="none" strike="noStrike">
                <a:solidFill>
                  <a:srgbClr val="005E5C"/>
                </a:solidFill>
                <a:latin typeface="Arial"/>
                <a:ea typeface="Arial"/>
                <a:cs typeface="Arial"/>
                <a:sym typeface="Arial"/>
              </a:defRPr>
            </a:lvl1pPr>
            <a:lvl2pPr indent="-342900" lvl="1" marL="914400" marR="0" rtl="0" algn="l">
              <a:lnSpc>
                <a:spcPct val="85000"/>
              </a:lnSpc>
              <a:spcBef>
                <a:spcPts val="840"/>
              </a:spcBef>
              <a:spcAft>
                <a:spcPts val="0"/>
              </a:spcAft>
              <a:buClr>
                <a:srgbClr val="EBB839"/>
              </a:buClr>
              <a:buSzPts val="1800"/>
              <a:buFont typeface="Times"/>
              <a:buChar char="•"/>
              <a:defRPr b="0" i="0" sz="2400" u="none" cap="none" strike="noStrike">
                <a:solidFill>
                  <a:srgbClr val="005E5C"/>
                </a:solidFill>
                <a:latin typeface="Arial"/>
                <a:ea typeface="Arial"/>
                <a:cs typeface="Arial"/>
                <a:sym typeface="Arial"/>
              </a:defRPr>
            </a:lvl2pPr>
            <a:lvl3pPr indent="-323850" lvl="2" marL="1371600" marR="0" rtl="0" algn="l">
              <a:lnSpc>
                <a:spcPct val="85000"/>
              </a:lnSpc>
              <a:spcBef>
                <a:spcPts val="700"/>
              </a:spcBef>
              <a:spcAft>
                <a:spcPts val="0"/>
              </a:spcAft>
              <a:buClr>
                <a:srgbClr val="EBB839"/>
              </a:buClr>
              <a:buSzPts val="1500"/>
              <a:buFont typeface="Courier New"/>
              <a:buChar char="o"/>
              <a:defRPr b="0" i="0" sz="2000" u="none" cap="none" strike="noStrike">
                <a:solidFill>
                  <a:srgbClr val="005E5C"/>
                </a:solidFill>
                <a:latin typeface="Arial"/>
                <a:ea typeface="Arial"/>
                <a:cs typeface="Arial"/>
                <a:sym typeface="Arial"/>
              </a:defRPr>
            </a:lvl3pPr>
            <a:lvl4pPr indent="-314325" lvl="3" marL="1828800" marR="0" rtl="0" algn="l">
              <a:spcBef>
                <a:spcPts val="360"/>
              </a:spcBef>
              <a:spcAft>
                <a:spcPts val="0"/>
              </a:spcAft>
              <a:buClr>
                <a:srgbClr val="EBB839"/>
              </a:buClr>
              <a:buSzPts val="1350"/>
              <a:buFont typeface="Arial"/>
              <a:buChar char="•"/>
              <a:defRPr b="0" i="0" sz="1800" u="none" cap="none" strike="noStrike">
                <a:solidFill>
                  <a:srgbClr val="005E5C"/>
                </a:solidFill>
                <a:latin typeface="Arial"/>
                <a:ea typeface="Arial"/>
                <a:cs typeface="Arial"/>
                <a:sym typeface="Arial"/>
              </a:defRPr>
            </a:lvl4pPr>
            <a:lvl5pPr indent="-302895" lvl="4" marL="2286000" marR="0" rtl="0" algn="l">
              <a:spcBef>
                <a:spcPts val="360"/>
              </a:spcBef>
              <a:spcAft>
                <a:spcPts val="0"/>
              </a:spcAft>
              <a:buClr>
                <a:srgbClr val="EBB839"/>
              </a:buClr>
              <a:buSzPts val="1170"/>
              <a:buFont typeface="Noto Sans Symbols"/>
              <a:buChar char="●"/>
              <a:defRPr b="0" i="0" sz="1800" u="none" cap="none" strike="noStrike">
                <a:solidFill>
                  <a:srgbClr val="005E5C"/>
                </a:solidFill>
                <a:latin typeface="Arial"/>
                <a:ea typeface="Arial"/>
                <a:cs typeface="Arial"/>
                <a:sym typeface="Arial"/>
              </a:defRPr>
            </a:lvl5pPr>
            <a:lvl6pPr indent="-302895" lvl="5" marL="2743200" marR="0" rtl="0" algn="l">
              <a:spcBef>
                <a:spcPts val="360"/>
              </a:spcBef>
              <a:spcAft>
                <a:spcPts val="0"/>
              </a:spcAft>
              <a:buClr>
                <a:schemeClr val="dk1"/>
              </a:buClr>
              <a:buSzPts val="1170"/>
              <a:buFont typeface="Noto Sans Symbols"/>
              <a:buChar char="●"/>
              <a:defRPr b="0" i="0" sz="1800" u="none" cap="none" strike="noStrike">
                <a:solidFill>
                  <a:schemeClr val="dk1"/>
                </a:solidFill>
                <a:latin typeface="Arial"/>
                <a:ea typeface="Arial"/>
                <a:cs typeface="Arial"/>
                <a:sym typeface="Arial"/>
              </a:defRPr>
            </a:lvl6pPr>
            <a:lvl7pPr indent="-302895" lvl="6" marL="3200400" marR="0" rtl="0" algn="l">
              <a:spcBef>
                <a:spcPts val="360"/>
              </a:spcBef>
              <a:spcAft>
                <a:spcPts val="0"/>
              </a:spcAft>
              <a:buClr>
                <a:schemeClr val="dk1"/>
              </a:buClr>
              <a:buSzPts val="1170"/>
              <a:buFont typeface="Noto Sans Symbols"/>
              <a:buChar char="●"/>
              <a:defRPr b="0" i="0" sz="1800" u="none" cap="none" strike="noStrike">
                <a:solidFill>
                  <a:schemeClr val="dk1"/>
                </a:solidFill>
                <a:latin typeface="Arial"/>
                <a:ea typeface="Arial"/>
                <a:cs typeface="Arial"/>
                <a:sym typeface="Arial"/>
              </a:defRPr>
            </a:lvl7pPr>
            <a:lvl8pPr indent="-302895" lvl="7" marL="3657600" marR="0" rtl="0" algn="l">
              <a:spcBef>
                <a:spcPts val="360"/>
              </a:spcBef>
              <a:spcAft>
                <a:spcPts val="0"/>
              </a:spcAft>
              <a:buClr>
                <a:schemeClr val="dk1"/>
              </a:buClr>
              <a:buSzPts val="1170"/>
              <a:buFont typeface="Noto Sans Symbols"/>
              <a:buChar char="●"/>
              <a:defRPr b="0" i="0" sz="1800" u="none" cap="none" strike="noStrike">
                <a:solidFill>
                  <a:schemeClr val="dk1"/>
                </a:solidFill>
                <a:latin typeface="Arial"/>
                <a:ea typeface="Arial"/>
                <a:cs typeface="Arial"/>
                <a:sym typeface="Arial"/>
              </a:defRPr>
            </a:lvl8pPr>
            <a:lvl9pPr indent="-302895" lvl="8" marL="4114800" marR="0" rtl="0" algn="l">
              <a:spcBef>
                <a:spcPts val="360"/>
              </a:spcBef>
              <a:spcAft>
                <a:spcPts val="0"/>
              </a:spcAft>
              <a:buClr>
                <a:schemeClr val="dk1"/>
              </a:buClr>
              <a:buSzPts val="1170"/>
              <a:buFont typeface="Noto Sans Symbols"/>
              <a:buChar char="●"/>
              <a:defRPr b="0" i="0" sz="1800" u="none" cap="none" strike="noStrike">
                <a:solidFill>
                  <a:schemeClr val="dk1"/>
                </a:solidFill>
                <a:latin typeface="Arial"/>
                <a:ea typeface="Arial"/>
                <a:cs typeface="Arial"/>
                <a:sym typeface="Arial"/>
              </a:defRPr>
            </a:lvl9pPr>
          </a:lstStyle>
          <a:p/>
        </p:txBody>
      </p:sp>
      <p:sp>
        <p:nvSpPr>
          <p:cNvPr id="44" name="Google Shape;44;p5"/>
          <p:cNvSpPr txBox="1"/>
          <p:nvPr>
            <p:ph idx="12" type="sldNum"/>
          </p:nvPr>
        </p:nvSpPr>
        <p:spPr>
          <a:xfrm>
            <a:off x="84137" y="6242050"/>
            <a:ext cx="587375" cy="488950"/>
          </a:xfrm>
          <a:prstGeom prst="rect">
            <a:avLst/>
          </a:prstGeom>
          <a:noFill/>
          <a:ln>
            <a:noFill/>
          </a:ln>
        </p:spPr>
        <p:txBody>
          <a:bodyPr anchorCtr="1" anchor="b" bIns="45700" lIns="91425" spcFirstLastPara="1" rIns="91425" wrap="square" tIns="45700">
            <a:noAutofit/>
          </a:bodyPr>
          <a:lstStyle>
            <a:lvl1pPr indent="0" lvl="0" marL="0" marR="0" rtl="0" algn="l">
              <a:lnSpc>
                <a:spcPct val="100000"/>
              </a:lnSpc>
              <a:spcBef>
                <a:spcPts val="0"/>
              </a:spcBef>
              <a:spcAft>
                <a:spcPts val="0"/>
              </a:spcAft>
              <a:buClr>
                <a:schemeClr val="lt1"/>
              </a:buClr>
              <a:buSzPts val="2600"/>
              <a:buFont typeface="Arial"/>
              <a:buNone/>
              <a:defRPr b="1" i="0" sz="2600" u="none">
                <a:solidFill>
                  <a:schemeClr val="lt1"/>
                </a:solidFill>
                <a:latin typeface="Arial"/>
                <a:ea typeface="Arial"/>
                <a:cs typeface="Arial"/>
                <a:sym typeface="Arial"/>
              </a:defRPr>
            </a:lvl1pPr>
            <a:lvl2pPr indent="0" lvl="1" marL="0" marR="0" rtl="0" algn="l">
              <a:lnSpc>
                <a:spcPct val="100000"/>
              </a:lnSpc>
              <a:spcBef>
                <a:spcPts val="0"/>
              </a:spcBef>
              <a:spcAft>
                <a:spcPts val="0"/>
              </a:spcAft>
              <a:buClr>
                <a:schemeClr val="lt1"/>
              </a:buClr>
              <a:buSzPts val="2600"/>
              <a:buFont typeface="Arial"/>
              <a:buNone/>
              <a:defRPr b="1" i="0" sz="2600" u="none">
                <a:solidFill>
                  <a:schemeClr val="lt1"/>
                </a:solidFill>
                <a:latin typeface="Arial"/>
                <a:ea typeface="Arial"/>
                <a:cs typeface="Arial"/>
                <a:sym typeface="Arial"/>
              </a:defRPr>
            </a:lvl2pPr>
            <a:lvl3pPr indent="0" lvl="2" marL="0" marR="0" rtl="0" algn="l">
              <a:lnSpc>
                <a:spcPct val="100000"/>
              </a:lnSpc>
              <a:spcBef>
                <a:spcPts val="0"/>
              </a:spcBef>
              <a:spcAft>
                <a:spcPts val="0"/>
              </a:spcAft>
              <a:buClr>
                <a:schemeClr val="lt1"/>
              </a:buClr>
              <a:buSzPts val="2600"/>
              <a:buFont typeface="Arial"/>
              <a:buNone/>
              <a:defRPr b="1" i="0" sz="2600" u="none">
                <a:solidFill>
                  <a:schemeClr val="lt1"/>
                </a:solidFill>
                <a:latin typeface="Arial"/>
                <a:ea typeface="Arial"/>
                <a:cs typeface="Arial"/>
                <a:sym typeface="Arial"/>
              </a:defRPr>
            </a:lvl3pPr>
            <a:lvl4pPr indent="0" lvl="3" marL="0" marR="0" rtl="0" algn="l">
              <a:lnSpc>
                <a:spcPct val="100000"/>
              </a:lnSpc>
              <a:spcBef>
                <a:spcPts val="0"/>
              </a:spcBef>
              <a:spcAft>
                <a:spcPts val="0"/>
              </a:spcAft>
              <a:buClr>
                <a:schemeClr val="lt1"/>
              </a:buClr>
              <a:buSzPts val="2600"/>
              <a:buFont typeface="Arial"/>
              <a:buNone/>
              <a:defRPr b="1" i="0" sz="2600" u="none">
                <a:solidFill>
                  <a:schemeClr val="lt1"/>
                </a:solidFill>
                <a:latin typeface="Arial"/>
                <a:ea typeface="Arial"/>
                <a:cs typeface="Arial"/>
                <a:sym typeface="Arial"/>
              </a:defRPr>
            </a:lvl4pPr>
            <a:lvl5pPr indent="0" lvl="4" marL="0" marR="0" rtl="0" algn="l">
              <a:lnSpc>
                <a:spcPct val="100000"/>
              </a:lnSpc>
              <a:spcBef>
                <a:spcPts val="0"/>
              </a:spcBef>
              <a:spcAft>
                <a:spcPts val="0"/>
              </a:spcAft>
              <a:buClr>
                <a:schemeClr val="lt1"/>
              </a:buClr>
              <a:buSzPts val="2600"/>
              <a:buFont typeface="Arial"/>
              <a:buNone/>
              <a:defRPr b="1" i="0" sz="2600" u="none">
                <a:solidFill>
                  <a:schemeClr val="lt1"/>
                </a:solidFill>
                <a:latin typeface="Arial"/>
                <a:ea typeface="Arial"/>
                <a:cs typeface="Arial"/>
                <a:sym typeface="Arial"/>
              </a:defRPr>
            </a:lvl5pPr>
            <a:lvl6pPr indent="0" lvl="5" marL="0" marR="0" rtl="0" algn="l">
              <a:lnSpc>
                <a:spcPct val="100000"/>
              </a:lnSpc>
              <a:spcBef>
                <a:spcPts val="0"/>
              </a:spcBef>
              <a:spcAft>
                <a:spcPts val="0"/>
              </a:spcAft>
              <a:buClr>
                <a:schemeClr val="lt1"/>
              </a:buClr>
              <a:buSzPts val="2600"/>
              <a:buFont typeface="Arial"/>
              <a:buNone/>
              <a:defRPr b="1" i="0" sz="2600" u="none">
                <a:solidFill>
                  <a:schemeClr val="lt1"/>
                </a:solidFill>
                <a:latin typeface="Arial"/>
                <a:ea typeface="Arial"/>
                <a:cs typeface="Arial"/>
                <a:sym typeface="Arial"/>
              </a:defRPr>
            </a:lvl6pPr>
            <a:lvl7pPr indent="0" lvl="6" marL="0" marR="0" rtl="0" algn="l">
              <a:lnSpc>
                <a:spcPct val="100000"/>
              </a:lnSpc>
              <a:spcBef>
                <a:spcPts val="0"/>
              </a:spcBef>
              <a:spcAft>
                <a:spcPts val="0"/>
              </a:spcAft>
              <a:buClr>
                <a:schemeClr val="lt1"/>
              </a:buClr>
              <a:buSzPts val="2600"/>
              <a:buFont typeface="Arial"/>
              <a:buNone/>
              <a:defRPr b="1" i="0" sz="2600" u="none">
                <a:solidFill>
                  <a:schemeClr val="lt1"/>
                </a:solidFill>
                <a:latin typeface="Arial"/>
                <a:ea typeface="Arial"/>
                <a:cs typeface="Arial"/>
                <a:sym typeface="Arial"/>
              </a:defRPr>
            </a:lvl7pPr>
            <a:lvl8pPr indent="0" lvl="7" marL="0" marR="0" rtl="0" algn="l">
              <a:lnSpc>
                <a:spcPct val="100000"/>
              </a:lnSpc>
              <a:spcBef>
                <a:spcPts val="0"/>
              </a:spcBef>
              <a:spcAft>
                <a:spcPts val="0"/>
              </a:spcAft>
              <a:buClr>
                <a:schemeClr val="lt1"/>
              </a:buClr>
              <a:buSzPts val="2600"/>
              <a:buFont typeface="Arial"/>
              <a:buNone/>
              <a:defRPr b="1" i="0" sz="2600" u="none">
                <a:solidFill>
                  <a:schemeClr val="lt1"/>
                </a:solidFill>
                <a:latin typeface="Arial"/>
                <a:ea typeface="Arial"/>
                <a:cs typeface="Arial"/>
                <a:sym typeface="Arial"/>
              </a:defRPr>
            </a:lvl8pPr>
            <a:lvl9pPr indent="0" lvl="8" marL="0" marR="0" rtl="0" algn="l">
              <a:lnSpc>
                <a:spcPct val="100000"/>
              </a:lnSpc>
              <a:spcBef>
                <a:spcPts val="0"/>
              </a:spcBef>
              <a:spcAft>
                <a:spcPts val="0"/>
              </a:spcAft>
              <a:buClr>
                <a:schemeClr val="lt1"/>
              </a:buClr>
              <a:buSzPts val="2600"/>
              <a:buFont typeface="Arial"/>
              <a:buNone/>
              <a:defRPr b="1" i="0" sz="2600" u="none">
                <a:solidFill>
                  <a:schemeClr val="lt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52" name="Shape 52"/>
        <p:cNvGrpSpPr/>
        <p:nvPr/>
      </p:nvGrpSpPr>
      <p:grpSpPr>
        <a:xfrm>
          <a:off x="0" y="0"/>
          <a:ext cx="0" cy="0"/>
          <a:chOff x="0" y="0"/>
          <a:chExt cx="0" cy="0"/>
        </a:xfrm>
      </p:grpSpPr>
      <p:sp>
        <p:nvSpPr>
          <p:cNvPr id="53" name="Google Shape;53;p7"/>
          <p:cNvSpPr/>
          <p:nvPr>
            <p:ph type="title"/>
          </p:nvPr>
        </p:nvSpPr>
        <p:spPr>
          <a:xfrm>
            <a:off x="762000" y="762000"/>
            <a:ext cx="7924800" cy="1143000"/>
          </a:xfrm>
          <a:prstGeom prst="roundRect">
            <a:avLst>
              <a:gd fmla="val 21667" name="adj"/>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SzPts val="1400"/>
              <a:buNone/>
              <a:defRPr b="1" i="0" sz="3600" u="none" cap="none" strike="noStrike">
                <a:solidFill>
                  <a:srgbClr val="000000"/>
                </a:solidFill>
                <a:latin typeface="Arial"/>
                <a:ea typeface="Arial"/>
                <a:cs typeface="Arial"/>
                <a:sym typeface="Arial"/>
              </a:defRPr>
            </a:lvl1pPr>
            <a:lvl2pPr lvl="1" marR="0" rtl="0" algn="l">
              <a:lnSpc>
                <a:spcPct val="90000"/>
              </a:lnSpc>
              <a:spcBef>
                <a:spcPts val="0"/>
              </a:spcBef>
              <a:spcAft>
                <a:spcPts val="0"/>
              </a:spcAft>
              <a:buSzPts val="1400"/>
              <a:buNone/>
              <a:defRPr b="1" i="0" sz="3600" u="none" cap="none" strike="noStrike">
                <a:solidFill>
                  <a:srgbClr val="53A753"/>
                </a:solidFill>
                <a:latin typeface="Arial"/>
                <a:ea typeface="Arial"/>
                <a:cs typeface="Arial"/>
                <a:sym typeface="Arial"/>
              </a:defRPr>
            </a:lvl2pPr>
            <a:lvl3pPr lvl="2" marR="0" rtl="0" algn="l">
              <a:lnSpc>
                <a:spcPct val="90000"/>
              </a:lnSpc>
              <a:spcBef>
                <a:spcPts val="0"/>
              </a:spcBef>
              <a:spcAft>
                <a:spcPts val="0"/>
              </a:spcAft>
              <a:buSzPts val="1400"/>
              <a:buNone/>
              <a:defRPr b="1" i="0" sz="3600" u="none" cap="none" strike="noStrike">
                <a:solidFill>
                  <a:srgbClr val="53A753"/>
                </a:solidFill>
                <a:latin typeface="Arial"/>
                <a:ea typeface="Arial"/>
                <a:cs typeface="Arial"/>
                <a:sym typeface="Arial"/>
              </a:defRPr>
            </a:lvl3pPr>
            <a:lvl4pPr lvl="3" marR="0" rtl="0" algn="l">
              <a:lnSpc>
                <a:spcPct val="90000"/>
              </a:lnSpc>
              <a:spcBef>
                <a:spcPts val="0"/>
              </a:spcBef>
              <a:spcAft>
                <a:spcPts val="0"/>
              </a:spcAft>
              <a:buSzPts val="1400"/>
              <a:buNone/>
              <a:defRPr b="1" i="0" sz="3600" u="none" cap="none" strike="noStrike">
                <a:solidFill>
                  <a:srgbClr val="53A753"/>
                </a:solidFill>
                <a:latin typeface="Arial"/>
                <a:ea typeface="Arial"/>
                <a:cs typeface="Arial"/>
                <a:sym typeface="Arial"/>
              </a:defRPr>
            </a:lvl4pPr>
            <a:lvl5pPr lvl="4" marR="0" rtl="0" algn="l">
              <a:lnSpc>
                <a:spcPct val="90000"/>
              </a:lnSpc>
              <a:spcBef>
                <a:spcPts val="0"/>
              </a:spcBef>
              <a:spcAft>
                <a:spcPts val="0"/>
              </a:spcAft>
              <a:buSzPts val="1400"/>
              <a:buNone/>
              <a:defRPr b="1" i="0" sz="3600" u="none" cap="none" strike="noStrike">
                <a:solidFill>
                  <a:srgbClr val="53A753"/>
                </a:solidFill>
                <a:latin typeface="Arial"/>
                <a:ea typeface="Arial"/>
                <a:cs typeface="Arial"/>
                <a:sym typeface="Arial"/>
              </a:defRPr>
            </a:lvl5pPr>
            <a:lvl6pPr lvl="5" marR="0" rtl="0" algn="l">
              <a:lnSpc>
                <a:spcPct val="90000"/>
              </a:lnSpc>
              <a:spcBef>
                <a:spcPts val="0"/>
              </a:spcBef>
              <a:spcAft>
                <a:spcPts val="0"/>
              </a:spcAft>
              <a:buSzPts val="1400"/>
              <a:buNone/>
              <a:defRPr b="1" i="0" sz="3600" u="none" cap="none" strike="noStrike">
                <a:solidFill>
                  <a:srgbClr val="53A753"/>
                </a:solidFill>
                <a:latin typeface="Arial"/>
                <a:ea typeface="Arial"/>
                <a:cs typeface="Arial"/>
                <a:sym typeface="Arial"/>
              </a:defRPr>
            </a:lvl6pPr>
            <a:lvl7pPr lvl="6" marR="0" rtl="0" algn="l">
              <a:lnSpc>
                <a:spcPct val="90000"/>
              </a:lnSpc>
              <a:spcBef>
                <a:spcPts val="0"/>
              </a:spcBef>
              <a:spcAft>
                <a:spcPts val="0"/>
              </a:spcAft>
              <a:buSzPts val="1400"/>
              <a:buNone/>
              <a:defRPr b="1" i="0" sz="3600" u="none" cap="none" strike="noStrike">
                <a:solidFill>
                  <a:srgbClr val="53A753"/>
                </a:solidFill>
                <a:latin typeface="Arial"/>
                <a:ea typeface="Arial"/>
                <a:cs typeface="Arial"/>
                <a:sym typeface="Arial"/>
              </a:defRPr>
            </a:lvl7pPr>
            <a:lvl8pPr lvl="7" marR="0" rtl="0" algn="l">
              <a:lnSpc>
                <a:spcPct val="90000"/>
              </a:lnSpc>
              <a:spcBef>
                <a:spcPts val="0"/>
              </a:spcBef>
              <a:spcAft>
                <a:spcPts val="0"/>
              </a:spcAft>
              <a:buSzPts val="1400"/>
              <a:buNone/>
              <a:defRPr b="1" i="0" sz="3600" u="none" cap="none" strike="noStrike">
                <a:solidFill>
                  <a:srgbClr val="53A753"/>
                </a:solidFill>
                <a:latin typeface="Arial"/>
                <a:ea typeface="Arial"/>
                <a:cs typeface="Arial"/>
                <a:sym typeface="Arial"/>
              </a:defRPr>
            </a:lvl8pPr>
            <a:lvl9pPr lvl="8" marR="0" rtl="0" algn="l">
              <a:lnSpc>
                <a:spcPct val="90000"/>
              </a:lnSpc>
              <a:spcBef>
                <a:spcPts val="0"/>
              </a:spcBef>
              <a:spcAft>
                <a:spcPts val="0"/>
              </a:spcAft>
              <a:buSzPts val="1400"/>
              <a:buNone/>
              <a:defRPr b="1" i="0" sz="3600" u="none" cap="none" strike="noStrike">
                <a:solidFill>
                  <a:srgbClr val="53A753"/>
                </a:solidFill>
                <a:latin typeface="Arial"/>
                <a:ea typeface="Arial"/>
                <a:cs typeface="Arial"/>
                <a:sym typeface="Arial"/>
              </a:defRPr>
            </a:lvl9pPr>
          </a:lstStyle>
          <a:p/>
        </p:txBody>
      </p:sp>
      <p:sp>
        <p:nvSpPr>
          <p:cNvPr id="54" name="Google Shape;54;p7"/>
          <p:cNvSpPr txBox="1"/>
          <p:nvPr>
            <p:ph idx="1" type="body"/>
          </p:nvPr>
        </p:nvSpPr>
        <p:spPr>
          <a:xfrm>
            <a:off x="838200" y="2362200"/>
            <a:ext cx="7693025" cy="3724275"/>
          </a:xfrm>
          <a:prstGeom prst="rect">
            <a:avLst/>
          </a:prstGeom>
          <a:noFill/>
          <a:ln>
            <a:noFill/>
          </a:ln>
        </p:spPr>
        <p:txBody>
          <a:bodyPr anchorCtr="0" anchor="t" bIns="45700" lIns="91425" spcFirstLastPara="1" rIns="91425" wrap="square" tIns="45700">
            <a:noAutofit/>
          </a:bodyPr>
          <a:lstStyle>
            <a:lvl1pPr indent="-335280" lvl="0" marL="457200" marR="0" rtl="0" algn="l">
              <a:lnSpc>
                <a:spcPct val="85000"/>
              </a:lnSpc>
              <a:spcBef>
                <a:spcPts val="980"/>
              </a:spcBef>
              <a:spcAft>
                <a:spcPts val="0"/>
              </a:spcAft>
              <a:buClr>
                <a:srgbClr val="EBB839"/>
              </a:buClr>
              <a:buSzPts val="1680"/>
              <a:buFont typeface="Arial"/>
              <a:buChar char="o"/>
              <a:defRPr b="0" i="0" sz="2800" u="none" cap="none" strike="noStrike">
                <a:solidFill>
                  <a:srgbClr val="005E5C"/>
                </a:solidFill>
                <a:latin typeface="Arial"/>
                <a:ea typeface="Arial"/>
                <a:cs typeface="Arial"/>
                <a:sym typeface="Arial"/>
              </a:defRPr>
            </a:lvl1pPr>
            <a:lvl2pPr indent="-342900" lvl="1" marL="914400" marR="0" rtl="0" algn="l">
              <a:lnSpc>
                <a:spcPct val="85000"/>
              </a:lnSpc>
              <a:spcBef>
                <a:spcPts val="840"/>
              </a:spcBef>
              <a:spcAft>
                <a:spcPts val="0"/>
              </a:spcAft>
              <a:buClr>
                <a:srgbClr val="EBB839"/>
              </a:buClr>
              <a:buSzPts val="1800"/>
              <a:buFont typeface="Times"/>
              <a:buChar char="•"/>
              <a:defRPr b="0" i="0" sz="2400" u="none" cap="none" strike="noStrike">
                <a:solidFill>
                  <a:srgbClr val="005E5C"/>
                </a:solidFill>
                <a:latin typeface="Arial"/>
                <a:ea typeface="Arial"/>
                <a:cs typeface="Arial"/>
                <a:sym typeface="Arial"/>
              </a:defRPr>
            </a:lvl2pPr>
            <a:lvl3pPr indent="-323850" lvl="2" marL="1371600" marR="0" rtl="0" algn="l">
              <a:lnSpc>
                <a:spcPct val="85000"/>
              </a:lnSpc>
              <a:spcBef>
                <a:spcPts val="700"/>
              </a:spcBef>
              <a:spcAft>
                <a:spcPts val="0"/>
              </a:spcAft>
              <a:buClr>
                <a:srgbClr val="EBB839"/>
              </a:buClr>
              <a:buSzPts val="1500"/>
              <a:buFont typeface="Noto Sans Symbols"/>
              <a:buChar char="•"/>
              <a:defRPr b="0" i="0" sz="2000" u="none" cap="none" strike="noStrike">
                <a:solidFill>
                  <a:srgbClr val="005E5C"/>
                </a:solidFill>
                <a:latin typeface="Arial"/>
                <a:ea typeface="Arial"/>
                <a:cs typeface="Arial"/>
                <a:sym typeface="Arial"/>
              </a:defRPr>
            </a:lvl3pPr>
            <a:lvl4pPr indent="-320040" lvl="3" marL="1828800" marR="0" rtl="0" algn="l">
              <a:spcBef>
                <a:spcPts val="360"/>
              </a:spcBef>
              <a:spcAft>
                <a:spcPts val="0"/>
              </a:spcAft>
              <a:buClr>
                <a:srgbClr val="EBB839"/>
              </a:buClr>
              <a:buSzPts val="1440"/>
              <a:buFont typeface="Arial"/>
              <a:buChar char="–"/>
              <a:defRPr b="0" i="0" sz="1800" u="none" cap="none" strike="noStrike">
                <a:solidFill>
                  <a:srgbClr val="005E5C"/>
                </a:solidFill>
                <a:latin typeface="Arial"/>
                <a:ea typeface="Arial"/>
                <a:cs typeface="Arial"/>
                <a:sym typeface="Arial"/>
              </a:defRPr>
            </a:lvl4pPr>
            <a:lvl5pPr indent="-302895" lvl="4" marL="2286000" marR="0" rtl="0" algn="l">
              <a:spcBef>
                <a:spcPts val="360"/>
              </a:spcBef>
              <a:spcAft>
                <a:spcPts val="0"/>
              </a:spcAft>
              <a:buClr>
                <a:srgbClr val="EBB839"/>
              </a:buClr>
              <a:buSzPts val="1170"/>
              <a:buFont typeface="Noto Sans Symbols"/>
              <a:buChar char="●"/>
              <a:defRPr b="0" i="0" sz="1800" u="none" cap="none" strike="noStrike">
                <a:solidFill>
                  <a:srgbClr val="005E5C"/>
                </a:solidFill>
                <a:latin typeface="Arial"/>
                <a:ea typeface="Arial"/>
                <a:cs typeface="Arial"/>
                <a:sym typeface="Arial"/>
              </a:defRPr>
            </a:lvl5pPr>
            <a:lvl6pPr indent="-302895" lvl="5" marL="2743200" marR="0" rtl="0" algn="l">
              <a:spcBef>
                <a:spcPts val="360"/>
              </a:spcBef>
              <a:spcAft>
                <a:spcPts val="0"/>
              </a:spcAft>
              <a:buClr>
                <a:schemeClr val="dk1"/>
              </a:buClr>
              <a:buSzPts val="1170"/>
              <a:buFont typeface="Noto Sans Symbols"/>
              <a:buChar char="●"/>
              <a:defRPr b="0" i="0" sz="1800" u="none" cap="none" strike="noStrike">
                <a:solidFill>
                  <a:schemeClr val="dk1"/>
                </a:solidFill>
                <a:latin typeface="Arial"/>
                <a:ea typeface="Arial"/>
                <a:cs typeface="Arial"/>
                <a:sym typeface="Arial"/>
              </a:defRPr>
            </a:lvl6pPr>
            <a:lvl7pPr indent="-302895" lvl="6" marL="3200400" marR="0" rtl="0" algn="l">
              <a:spcBef>
                <a:spcPts val="360"/>
              </a:spcBef>
              <a:spcAft>
                <a:spcPts val="0"/>
              </a:spcAft>
              <a:buClr>
                <a:schemeClr val="dk1"/>
              </a:buClr>
              <a:buSzPts val="1170"/>
              <a:buFont typeface="Noto Sans Symbols"/>
              <a:buChar char="●"/>
              <a:defRPr b="0" i="0" sz="1800" u="none" cap="none" strike="noStrike">
                <a:solidFill>
                  <a:schemeClr val="dk1"/>
                </a:solidFill>
                <a:latin typeface="Arial"/>
                <a:ea typeface="Arial"/>
                <a:cs typeface="Arial"/>
                <a:sym typeface="Arial"/>
              </a:defRPr>
            </a:lvl7pPr>
            <a:lvl8pPr indent="-302895" lvl="7" marL="3657600" marR="0" rtl="0" algn="l">
              <a:spcBef>
                <a:spcPts val="360"/>
              </a:spcBef>
              <a:spcAft>
                <a:spcPts val="0"/>
              </a:spcAft>
              <a:buClr>
                <a:schemeClr val="dk1"/>
              </a:buClr>
              <a:buSzPts val="1170"/>
              <a:buFont typeface="Noto Sans Symbols"/>
              <a:buChar char="●"/>
              <a:defRPr b="0" i="0" sz="1800" u="none" cap="none" strike="noStrike">
                <a:solidFill>
                  <a:schemeClr val="dk1"/>
                </a:solidFill>
                <a:latin typeface="Arial"/>
                <a:ea typeface="Arial"/>
                <a:cs typeface="Arial"/>
                <a:sym typeface="Arial"/>
              </a:defRPr>
            </a:lvl8pPr>
            <a:lvl9pPr indent="-302895" lvl="8" marL="4114800" marR="0" rtl="0" algn="l">
              <a:spcBef>
                <a:spcPts val="360"/>
              </a:spcBef>
              <a:spcAft>
                <a:spcPts val="0"/>
              </a:spcAft>
              <a:buClr>
                <a:schemeClr val="dk1"/>
              </a:buClr>
              <a:buSzPts val="1170"/>
              <a:buFont typeface="Noto Sans Symbols"/>
              <a:buChar char="●"/>
              <a:defRPr b="0" i="0" sz="1800" u="none" cap="none" strike="noStrike">
                <a:solidFill>
                  <a:schemeClr val="dk1"/>
                </a:solidFill>
                <a:latin typeface="Arial"/>
                <a:ea typeface="Arial"/>
                <a:cs typeface="Arial"/>
                <a:sym typeface="Arial"/>
              </a:defRPr>
            </a:lvl9pPr>
          </a:lstStyle>
          <a:p/>
        </p:txBody>
      </p:sp>
      <p:sp>
        <p:nvSpPr>
          <p:cNvPr id="55" name="Google Shape;55;p7"/>
          <p:cNvSpPr txBox="1"/>
          <p:nvPr>
            <p:ph idx="12" type="sldNum"/>
          </p:nvPr>
        </p:nvSpPr>
        <p:spPr>
          <a:xfrm>
            <a:off x="84137" y="6242050"/>
            <a:ext cx="587375" cy="488950"/>
          </a:xfrm>
          <a:prstGeom prst="rect">
            <a:avLst/>
          </a:prstGeom>
          <a:noFill/>
          <a:ln>
            <a:noFill/>
          </a:ln>
        </p:spPr>
        <p:txBody>
          <a:bodyPr anchorCtr="1" anchor="b" bIns="45700" lIns="91425" spcFirstLastPara="1" rIns="91425" wrap="square" tIns="45700">
            <a:noAutofit/>
          </a:bodyPr>
          <a:lstStyle>
            <a:lvl1pPr indent="0" lvl="0" marL="0" marR="0" rtl="0" algn="l">
              <a:lnSpc>
                <a:spcPct val="100000"/>
              </a:lnSpc>
              <a:spcBef>
                <a:spcPts val="0"/>
              </a:spcBef>
              <a:spcAft>
                <a:spcPts val="0"/>
              </a:spcAft>
              <a:buClr>
                <a:srgbClr val="FFFFFF"/>
              </a:buClr>
              <a:buSzPts val="2600"/>
              <a:buFont typeface="Arial"/>
              <a:buNone/>
              <a:defRPr b="1" i="0" sz="2600" u="none">
                <a:solidFill>
                  <a:srgbClr val="FFFFFF"/>
                </a:solidFill>
                <a:latin typeface="Arial"/>
                <a:ea typeface="Arial"/>
                <a:cs typeface="Arial"/>
                <a:sym typeface="Arial"/>
              </a:defRPr>
            </a:lvl1pPr>
            <a:lvl2pPr indent="0" lvl="1" marL="0" marR="0" rtl="0" algn="l">
              <a:lnSpc>
                <a:spcPct val="100000"/>
              </a:lnSpc>
              <a:spcBef>
                <a:spcPts val="0"/>
              </a:spcBef>
              <a:spcAft>
                <a:spcPts val="0"/>
              </a:spcAft>
              <a:buClr>
                <a:srgbClr val="FFFFFF"/>
              </a:buClr>
              <a:buSzPts val="2600"/>
              <a:buFont typeface="Arial"/>
              <a:buNone/>
              <a:defRPr b="1" i="0" sz="2600" u="none">
                <a:solidFill>
                  <a:srgbClr val="FFFFFF"/>
                </a:solidFill>
                <a:latin typeface="Arial"/>
                <a:ea typeface="Arial"/>
                <a:cs typeface="Arial"/>
                <a:sym typeface="Arial"/>
              </a:defRPr>
            </a:lvl2pPr>
            <a:lvl3pPr indent="0" lvl="2" marL="0" marR="0" rtl="0" algn="l">
              <a:lnSpc>
                <a:spcPct val="100000"/>
              </a:lnSpc>
              <a:spcBef>
                <a:spcPts val="0"/>
              </a:spcBef>
              <a:spcAft>
                <a:spcPts val="0"/>
              </a:spcAft>
              <a:buClr>
                <a:srgbClr val="FFFFFF"/>
              </a:buClr>
              <a:buSzPts val="2600"/>
              <a:buFont typeface="Arial"/>
              <a:buNone/>
              <a:defRPr b="1" i="0" sz="2600" u="none">
                <a:solidFill>
                  <a:srgbClr val="FFFFFF"/>
                </a:solidFill>
                <a:latin typeface="Arial"/>
                <a:ea typeface="Arial"/>
                <a:cs typeface="Arial"/>
                <a:sym typeface="Arial"/>
              </a:defRPr>
            </a:lvl3pPr>
            <a:lvl4pPr indent="0" lvl="3" marL="0" marR="0" rtl="0" algn="l">
              <a:lnSpc>
                <a:spcPct val="100000"/>
              </a:lnSpc>
              <a:spcBef>
                <a:spcPts val="0"/>
              </a:spcBef>
              <a:spcAft>
                <a:spcPts val="0"/>
              </a:spcAft>
              <a:buClr>
                <a:srgbClr val="FFFFFF"/>
              </a:buClr>
              <a:buSzPts val="2600"/>
              <a:buFont typeface="Arial"/>
              <a:buNone/>
              <a:defRPr b="1" i="0" sz="2600" u="none">
                <a:solidFill>
                  <a:srgbClr val="FFFFFF"/>
                </a:solidFill>
                <a:latin typeface="Arial"/>
                <a:ea typeface="Arial"/>
                <a:cs typeface="Arial"/>
                <a:sym typeface="Arial"/>
              </a:defRPr>
            </a:lvl4pPr>
            <a:lvl5pPr indent="0" lvl="4" marL="0" marR="0" rtl="0" algn="l">
              <a:lnSpc>
                <a:spcPct val="100000"/>
              </a:lnSpc>
              <a:spcBef>
                <a:spcPts val="0"/>
              </a:spcBef>
              <a:spcAft>
                <a:spcPts val="0"/>
              </a:spcAft>
              <a:buClr>
                <a:srgbClr val="FFFFFF"/>
              </a:buClr>
              <a:buSzPts val="2600"/>
              <a:buFont typeface="Arial"/>
              <a:buNone/>
              <a:defRPr b="1" i="0" sz="2600" u="none">
                <a:solidFill>
                  <a:srgbClr val="FFFFFF"/>
                </a:solidFill>
                <a:latin typeface="Arial"/>
                <a:ea typeface="Arial"/>
                <a:cs typeface="Arial"/>
                <a:sym typeface="Arial"/>
              </a:defRPr>
            </a:lvl5pPr>
            <a:lvl6pPr indent="0" lvl="5" marL="0" marR="0" rtl="0" algn="l">
              <a:lnSpc>
                <a:spcPct val="100000"/>
              </a:lnSpc>
              <a:spcBef>
                <a:spcPts val="0"/>
              </a:spcBef>
              <a:spcAft>
                <a:spcPts val="0"/>
              </a:spcAft>
              <a:buClr>
                <a:srgbClr val="FFFFFF"/>
              </a:buClr>
              <a:buSzPts val="2600"/>
              <a:buFont typeface="Arial"/>
              <a:buNone/>
              <a:defRPr b="1" i="0" sz="2600" u="none">
                <a:solidFill>
                  <a:srgbClr val="FFFFFF"/>
                </a:solidFill>
                <a:latin typeface="Arial"/>
                <a:ea typeface="Arial"/>
                <a:cs typeface="Arial"/>
                <a:sym typeface="Arial"/>
              </a:defRPr>
            </a:lvl6pPr>
            <a:lvl7pPr indent="0" lvl="6" marL="0" marR="0" rtl="0" algn="l">
              <a:lnSpc>
                <a:spcPct val="100000"/>
              </a:lnSpc>
              <a:spcBef>
                <a:spcPts val="0"/>
              </a:spcBef>
              <a:spcAft>
                <a:spcPts val="0"/>
              </a:spcAft>
              <a:buClr>
                <a:srgbClr val="FFFFFF"/>
              </a:buClr>
              <a:buSzPts val="2600"/>
              <a:buFont typeface="Arial"/>
              <a:buNone/>
              <a:defRPr b="1" i="0" sz="2600" u="none">
                <a:solidFill>
                  <a:srgbClr val="FFFFFF"/>
                </a:solidFill>
                <a:latin typeface="Arial"/>
                <a:ea typeface="Arial"/>
                <a:cs typeface="Arial"/>
                <a:sym typeface="Arial"/>
              </a:defRPr>
            </a:lvl7pPr>
            <a:lvl8pPr indent="0" lvl="7" marL="0" marR="0" rtl="0" algn="l">
              <a:lnSpc>
                <a:spcPct val="100000"/>
              </a:lnSpc>
              <a:spcBef>
                <a:spcPts val="0"/>
              </a:spcBef>
              <a:spcAft>
                <a:spcPts val="0"/>
              </a:spcAft>
              <a:buClr>
                <a:srgbClr val="FFFFFF"/>
              </a:buClr>
              <a:buSzPts val="2600"/>
              <a:buFont typeface="Arial"/>
              <a:buNone/>
              <a:defRPr b="1" i="0" sz="2600" u="none">
                <a:solidFill>
                  <a:srgbClr val="FFFFFF"/>
                </a:solidFill>
                <a:latin typeface="Arial"/>
                <a:ea typeface="Arial"/>
                <a:cs typeface="Arial"/>
                <a:sym typeface="Arial"/>
              </a:defRPr>
            </a:lvl8pPr>
            <a:lvl9pPr indent="0" lvl="8" marL="0" marR="0" rtl="0" algn="l">
              <a:lnSpc>
                <a:spcPct val="100000"/>
              </a:lnSpc>
              <a:spcBef>
                <a:spcPts val="0"/>
              </a:spcBef>
              <a:spcAft>
                <a:spcPts val="0"/>
              </a:spcAft>
              <a:buClr>
                <a:srgbClr val="FFFFFF"/>
              </a:buClr>
              <a:buSzPts val="2600"/>
              <a:buFont typeface="Arial"/>
              <a:buNone/>
              <a:defRPr b="1" i="0" sz="2600" u="none">
                <a:solidFill>
                  <a:srgbClr val="FFFFFF"/>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2" name="Shape 62"/>
        <p:cNvGrpSpPr/>
        <p:nvPr/>
      </p:nvGrpSpPr>
      <p:grpSpPr>
        <a:xfrm>
          <a:off x="0" y="0"/>
          <a:ext cx="0" cy="0"/>
          <a:chOff x="0" y="0"/>
          <a:chExt cx="0" cy="0"/>
        </a:xfrm>
      </p:grpSpPr>
      <p:sp>
        <p:nvSpPr>
          <p:cNvPr id="63" name="Google Shape;63;p9"/>
          <p:cNvSpPr txBox="1"/>
          <p:nvPr>
            <p:ph idx="12" type="sldNum"/>
          </p:nvPr>
        </p:nvSpPr>
        <p:spPr>
          <a:xfrm>
            <a:off x="84137" y="6242050"/>
            <a:ext cx="587375" cy="488950"/>
          </a:xfrm>
          <a:prstGeom prst="rect">
            <a:avLst/>
          </a:prstGeom>
          <a:noFill/>
          <a:ln>
            <a:noFill/>
          </a:ln>
        </p:spPr>
        <p:txBody>
          <a:bodyPr anchorCtr="1" anchor="b" bIns="45700" lIns="91425" spcFirstLastPara="1" rIns="91425" wrap="square" tIns="45700">
            <a:noAutofit/>
          </a:bodyPr>
          <a:lstStyle>
            <a:lvl1pPr indent="0" lvl="0" marL="0" marR="0" rtl="0" algn="l">
              <a:lnSpc>
                <a:spcPct val="100000"/>
              </a:lnSpc>
              <a:spcBef>
                <a:spcPts val="0"/>
              </a:spcBef>
              <a:spcAft>
                <a:spcPts val="0"/>
              </a:spcAft>
              <a:buClr>
                <a:srgbClr val="FFFFFF"/>
              </a:buClr>
              <a:buSzPts val="2600"/>
              <a:buFont typeface="Arial"/>
              <a:buNone/>
              <a:defRPr b="1" i="0" sz="2600" u="none">
                <a:solidFill>
                  <a:srgbClr val="FFFFFF"/>
                </a:solidFill>
                <a:latin typeface="Arial"/>
                <a:ea typeface="Arial"/>
                <a:cs typeface="Arial"/>
                <a:sym typeface="Arial"/>
              </a:defRPr>
            </a:lvl1pPr>
            <a:lvl2pPr indent="0" lvl="1" marL="0" marR="0" rtl="0" algn="l">
              <a:lnSpc>
                <a:spcPct val="100000"/>
              </a:lnSpc>
              <a:spcBef>
                <a:spcPts val="0"/>
              </a:spcBef>
              <a:spcAft>
                <a:spcPts val="0"/>
              </a:spcAft>
              <a:buClr>
                <a:srgbClr val="FFFFFF"/>
              </a:buClr>
              <a:buSzPts val="2600"/>
              <a:buFont typeface="Arial"/>
              <a:buNone/>
              <a:defRPr b="1" i="0" sz="2600" u="none">
                <a:solidFill>
                  <a:srgbClr val="FFFFFF"/>
                </a:solidFill>
                <a:latin typeface="Arial"/>
                <a:ea typeface="Arial"/>
                <a:cs typeface="Arial"/>
                <a:sym typeface="Arial"/>
              </a:defRPr>
            </a:lvl2pPr>
            <a:lvl3pPr indent="0" lvl="2" marL="0" marR="0" rtl="0" algn="l">
              <a:lnSpc>
                <a:spcPct val="100000"/>
              </a:lnSpc>
              <a:spcBef>
                <a:spcPts val="0"/>
              </a:spcBef>
              <a:spcAft>
                <a:spcPts val="0"/>
              </a:spcAft>
              <a:buClr>
                <a:srgbClr val="FFFFFF"/>
              </a:buClr>
              <a:buSzPts val="2600"/>
              <a:buFont typeface="Arial"/>
              <a:buNone/>
              <a:defRPr b="1" i="0" sz="2600" u="none">
                <a:solidFill>
                  <a:srgbClr val="FFFFFF"/>
                </a:solidFill>
                <a:latin typeface="Arial"/>
                <a:ea typeface="Arial"/>
                <a:cs typeface="Arial"/>
                <a:sym typeface="Arial"/>
              </a:defRPr>
            </a:lvl3pPr>
            <a:lvl4pPr indent="0" lvl="3" marL="0" marR="0" rtl="0" algn="l">
              <a:lnSpc>
                <a:spcPct val="100000"/>
              </a:lnSpc>
              <a:spcBef>
                <a:spcPts val="0"/>
              </a:spcBef>
              <a:spcAft>
                <a:spcPts val="0"/>
              </a:spcAft>
              <a:buClr>
                <a:srgbClr val="FFFFFF"/>
              </a:buClr>
              <a:buSzPts val="2600"/>
              <a:buFont typeface="Arial"/>
              <a:buNone/>
              <a:defRPr b="1" i="0" sz="2600" u="none">
                <a:solidFill>
                  <a:srgbClr val="FFFFFF"/>
                </a:solidFill>
                <a:latin typeface="Arial"/>
                <a:ea typeface="Arial"/>
                <a:cs typeface="Arial"/>
                <a:sym typeface="Arial"/>
              </a:defRPr>
            </a:lvl4pPr>
            <a:lvl5pPr indent="0" lvl="4" marL="0" marR="0" rtl="0" algn="l">
              <a:lnSpc>
                <a:spcPct val="100000"/>
              </a:lnSpc>
              <a:spcBef>
                <a:spcPts val="0"/>
              </a:spcBef>
              <a:spcAft>
                <a:spcPts val="0"/>
              </a:spcAft>
              <a:buClr>
                <a:srgbClr val="FFFFFF"/>
              </a:buClr>
              <a:buSzPts val="2600"/>
              <a:buFont typeface="Arial"/>
              <a:buNone/>
              <a:defRPr b="1" i="0" sz="2600" u="none">
                <a:solidFill>
                  <a:srgbClr val="FFFFFF"/>
                </a:solidFill>
                <a:latin typeface="Arial"/>
                <a:ea typeface="Arial"/>
                <a:cs typeface="Arial"/>
                <a:sym typeface="Arial"/>
              </a:defRPr>
            </a:lvl5pPr>
            <a:lvl6pPr indent="0" lvl="5" marL="0" marR="0" rtl="0" algn="l">
              <a:lnSpc>
                <a:spcPct val="100000"/>
              </a:lnSpc>
              <a:spcBef>
                <a:spcPts val="0"/>
              </a:spcBef>
              <a:spcAft>
                <a:spcPts val="0"/>
              </a:spcAft>
              <a:buClr>
                <a:srgbClr val="FFFFFF"/>
              </a:buClr>
              <a:buSzPts val="2600"/>
              <a:buFont typeface="Arial"/>
              <a:buNone/>
              <a:defRPr b="1" i="0" sz="2600" u="none">
                <a:solidFill>
                  <a:srgbClr val="FFFFFF"/>
                </a:solidFill>
                <a:latin typeface="Arial"/>
                <a:ea typeface="Arial"/>
                <a:cs typeface="Arial"/>
                <a:sym typeface="Arial"/>
              </a:defRPr>
            </a:lvl6pPr>
            <a:lvl7pPr indent="0" lvl="6" marL="0" marR="0" rtl="0" algn="l">
              <a:lnSpc>
                <a:spcPct val="100000"/>
              </a:lnSpc>
              <a:spcBef>
                <a:spcPts val="0"/>
              </a:spcBef>
              <a:spcAft>
                <a:spcPts val="0"/>
              </a:spcAft>
              <a:buClr>
                <a:srgbClr val="FFFFFF"/>
              </a:buClr>
              <a:buSzPts val="2600"/>
              <a:buFont typeface="Arial"/>
              <a:buNone/>
              <a:defRPr b="1" i="0" sz="2600" u="none">
                <a:solidFill>
                  <a:srgbClr val="FFFFFF"/>
                </a:solidFill>
                <a:latin typeface="Arial"/>
                <a:ea typeface="Arial"/>
                <a:cs typeface="Arial"/>
                <a:sym typeface="Arial"/>
              </a:defRPr>
            </a:lvl7pPr>
            <a:lvl8pPr indent="0" lvl="7" marL="0" marR="0" rtl="0" algn="l">
              <a:lnSpc>
                <a:spcPct val="100000"/>
              </a:lnSpc>
              <a:spcBef>
                <a:spcPts val="0"/>
              </a:spcBef>
              <a:spcAft>
                <a:spcPts val="0"/>
              </a:spcAft>
              <a:buClr>
                <a:srgbClr val="FFFFFF"/>
              </a:buClr>
              <a:buSzPts val="2600"/>
              <a:buFont typeface="Arial"/>
              <a:buNone/>
              <a:defRPr b="1" i="0" sz="2600" u="none">
                <a:solidFill>
                  <a:srgbClr val="FFFFFF"/>
                </a:solidFill>
                <a:latin typeface="Arial"/>
                <a:ea typeface="Arial"/>
                <a:cs typeface="Arial"/>
                <a:sym typeface="Arial"/>
              </a:defRPr>
            </a:lvl8pPr>
            <a:lvl9pPr indent="0" lvl="8" marL="0" marR="0" rtl="0" algn="l">
              <a:lnSpc>
                <a:spcPct val="100000"/>
              </a:lnSpc>
              <a:spcBef>
                <a:spcPts val="0"/>
              </a:spcBef>
              <a:spcAft>
                <a:spcPts val="0"/>
              </a:spcAft>
              <a:buClr>
                <a:srgbClr val="FFFFFF"/>
              </a:buClr>
              <a:buSzPts val="2600"/>
              <a:buFont typeface="Arial"/>
              <a:buNone/>
              <a:defRPr b="1" i="0" sz="2600" u="none">
                <a:solidFill>
                  <a:srgbClr val="FFFFFF"/>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1.jp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theme" Target="../theme/theme5.xml"/></Relationships>
</file>

<file path=ppt/slideMasters/_rels/slideMaster2.xml.rels><?xml version="1.0" encoding="UTF-8" standalone="yes"?><Relationships xmlns="http://schemas.openxmlformats.org/package/2006/relationships"><Relationship Id="rId1" Type="http://schemas.openxmlformats.org/officeDocument/2006/relationships/image" Target="../media/image1.jpg"/><Relationship Id="rId2" Type="http://schemas.openxmlformats.org/officeDocument/2006/relationships/slideLayout" Target="../slideLayouts/slideLayout3.xml"/><Relationship Id="rId3" Type="http://schemas.openxmlformats.org/officeDocument/2006/relationships/theme" Target="../theme/theme4.xml"/></Relationships>
</file>

<file path=ppt/slideMasters/_rels/slideMaster3.xml.rels><?xml version="1.0" encoding="UTF-8" standalone="yes"?><Relationships xmlns="http://schemas.openxmlformats.org/package/2006/relationships"><Relationship Id="rId1" Type="http://schemas.openxmlformats.org/officeDocument/2006/relationships/image" Target="../media/image1.jpg"/><Relationship Id="rId2" Type="http://schemas.openxmlformats.org/officeDocument/2006/relationships/slideLayout" Target="../slideLayouts/slideLayout4.xml"/><Relationship Id="rId3" Type="http://schemas.openxmlformats.org/officeDocument/2006/relationships/theme" Target="../theme/theme2.xml"/></Relationships>
</file>

<file path=ppt/slideMasters/_rels/slideMaster4.xml.rels><?xml version="1.0" encoding="UTF-8" standalone="yes"?><Relationships xmlns="http://schemas.openxmlformats.org/package/2006/relationships"><Relationship Id="rId1" Type="http://schemas.openxmlformats.org/officeDocument/2006/relationships/image" Target="../media/image1.jpg"/><Relationship Id="rId2" Type="http://schemas.openxmlformats.org/officeDocument/2006/relationships/slideLayout" Target="../slideLayouts/slideLayout5.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grpSp>
        <p:nvGrpSpPr>
          <p:cNvPr id="10" name="Google Shape;10;p1"/>
          <p:cNvGrpSpPr/>
          <p:nvPr/>
        </p:nvGrpSpPr>
        <p:grpSpPr>
          <a:xfrm>
            <a:off x="0" y="0"/>
            <a:ext cx="7620000" cy="6858000"/>
            <a:chOff x="0" y="0"/>
            <a:chExt cx="7620000" cy="6858000"/>
          </a:xfrm>
        </p:grpSpPr>
        <p:sp>
          <p:nvSpPr>
            <p:cNvPr id="11" name="Google Shape;11;p1"/>
            <p:cNvSpPr txBox="1"/>
            <p:nvPr/>
          </p:nvSpPr>
          <p:spPr>
            <a:xfrm>
              <a:off x="0" y="0"/>
              <a:ext cx="762000" cy="6858000"/>
            </a:xfrm>
            <a:prstGeom prst="rect">
              <a:avLst/>
            </a:prstGeom>
            <a:solidFill>
              <a:srgbClr val="72B1B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grpSp>
          <p:nvGrpSpPr>
            <p:cNvPr id="12" name="Google Shape;12;p1"/>
            <p:cNvGrpSpPr/>
            <p:nvPr/>
          </p:nvGrpSpPr>
          <p:grpSpPr>
            <a:xfrm>
              <a:off x="228600" y="1981200"/>
              <a:ext cx="7391400" cy="319087"/>
              <a:chOff x="228600" y="1981200"/>
              <a:chExt cx="7391400" cy="319087"/>
            </a:xfrm>
          </p:grpSpPr>
          <p:sp>
            <p:nvSpPr>
              <p:cNvPr id="13" name="Google Shape;13;p1"/>
              <p:cNvSpPr/>
              <p:nvPr/>
            </p:nvSpPr>
            <p:spPr>
              <a:xfrm>
                <a:off x="609600" y="1981200"/>
                <a:ext cx="7010400" cy="317500"/>
              </a:xfrm>
              <a:prstGeom prst="roundRect">
                <a:avLst>
                  <a:gd fmla="val 0" name="adj"/>
                </a:avLst>
              </a:prstGeom>
              <a:solidFill>
                <a:srgbClr val="B0DDD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4" name="Google Shape;14;p1"/>
              <p:cNvSpPr/>
              <p:nvPr/>
            </p:nvSpPr>
            <p:spPr>
              <a:xfrm flipH="1">
                <a:off x="228600" y="1981200"/>
                <a:ext cx="393700" cy="319087"/>
              </a:xfrm>
              <a:prstGeom prst="flowChartDelay">
                <a:avLst/>
              </a:prstGeom>
              <a:solidFill>
                <a:srgbClr val="EBB83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grpSp>
      </p:grpSp>
      <p:sp>
        <p:nvSpPr>
          <p:cNvPr id="15" name="Google Shape;15;p1"/>
          <p:cNvSpPr/>
          <p:nvPr>
            <p:ph type="title"/>
          </p:nvPr>
        </p:nvSpPr>
        <p:spPr>
          <a:xfrm>
            <a:off x="762000" y="762000"/>
            <a:ext cx="7924800" cy="1143000"/>
          </a:xfrm>
          <a:prstGeom prst="roundRect">
            <a:avLst>
              <a:gd fmla="val 4680" name="adj"/>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SzPts val="1400"/>
              <a:buNone/>
              <a:defRPr b="1" i="0" sz="3600" u="none" cap="none" strike="noStrike">
                <a:solidFill>
                  <a:srgbClr val="53A753"/>
                </a:solidFill>
                <a:latin typeface="Arial"/>
                <a:ea typeface="Arial"/>
                <a:cs typeface="Arial"/>
                <a:sym typeface="Arial"/>
              </a:defRPr>
            </a:lvl1pPr>
            <a:lvl2pPr lvl="1" marR="0" rtl="0" algn="l">
              <a:lnSpc>
                <a:spcPct val="90000"/>
              </a:lnSpc>
              <a:spcBef>
                <a:spcPts val="0"/>
              </a:spcBef>
              <a:spcAft>
                <a:spcPts val="0"/>
              </a:spcAft>
              <a:buSzPts val="1400"/>
              <a:buNone/>
              <a:defRPr b="1" i="0" sz="3600" u="none" cap="none" strike="noStrike">
                <a:solidFill>
                  <a:srgbClr val="53A753"/>
                </a:solidFill>
                <a:latin typeface="Arial"/>
                <a:ea typeface="Arial"/>
                <a:cs typeface="Arial"/>
                <a:sym typeface="Arial"/>
              </a:defRPr>
            </a:lvl2pPr>
            <a:lvl3pPr lvl="2" marR="0" rtl="0" algn="l">
              <a:lnSpc>
                <a:spcPct val="90000"/>
              </a:lnSpc>
              <a:spcBef>
                <a:spcPts val="0"/>
              </a:spcBef>
              <a:spcAft>
                <a:spcPts val="0"/>
              </a:spcAft>
              <a:buSzPts val="1400"/>
              <a:buNone/>
              <a:defRPr b="1" i="0" sz="3600" u="none" cap="none" strike="noStrike">
                <a:solidFill>
                  <a:srgbClr val="53A753"/>
                </a:solidFill>
                <a:latin typeface="Arial"/>
                <a:ea typeface="Arial"/>
                <a:cs typeface="Arial"/>
                <a:sym typeface="Arial"/>
              </a:defRPr>
            </a:lvl3pPr>
            <a:lvl4pPr lvl="3" marR="0" rtl="0" algn="l">
              <a:lnSpc>
                <a:spcPct val="90000"/>
              </a:lnSpc>
              <a:spcBef>
                <a:spcPts val="0"/>
              </a:spcBef>
              <a:spcAft>
                <a:spcPts val="0"/>
              </a:spcAft>
              <a:buSzPts val="1400"/>
              <a:buNone/>
              <a:defRPr b="1" i="0" sz="3600" u="none" cap="none" strike="noStrike">
                <a:solidFill>
                  <a:srgbClr val="53A753"/>
                </a:solidFill>
                <a:latin typeface="Arial"/>
                <a:ea typeface="Arial"/>
                <a:cs typeface="Arial"/>
                <a:sym typeface="Arial"/>
              </a:defRPr>
            </a:lvl4pPr>
            <a:lvl5pPr lvl="4" marR="0" rtl="0" algn="l">
              <a:lnSpc>
                <a:spcPct val="90000"/>
              </a:lnSpc>
              <a:spcBef>
                <a:spcPts val="0"/>
              </a:spcBef>
              <a:spcAft>
                <a:spcPts val="0"/>
              </a:spcAft>
              <a:buSzPts val="1400"/>
              <a:buNone/>
              <a:defRPr b="1" i="0" sz="3600" u="none" cap="none" strike="noStrike">
                <a:solidFill>
                  <a:srgbClr val="53A753"/>
                </a:solidFill>
                <a:latin typeface="Arial"/>
                <a:ea typeface="Arial"/>
                <a:cs typeface="Arial"/>
                <a:sym typeface="Arial"/>
              </a:defRPr>
            </a:lvl5pPr>
            <a:lvl6pPr lvl="5" marR="0" rtl="0" algn="l">
              <a:lnSpc>
                <a:spcPct val="90000"/>
              </a:lnSpc>
              <a:spcBef>
                <a:spcPts val="0"/>
              </a:spcBef>
              <a:spcAft>
                <a:spcPts val="0"/>
              </a:spcAft>
              <a:buSzPts val="1400"/>
              <a:buNone/>
              <a:defRPr b="1" i="0" sz="3600" u="none" cap="none" strike="noStrike">
                <a:solidFill>
                  <a:srgbClr val="53A753"/>
                </a:solidFill>
                <a:latin typeface="Arial"/>
                <a:ea typeface="Arial"/>
                <a:cs typeface="Arial"/>
                <a:sym typeface="Arial"/>
              </a:defRPr>
            </a:lvl6pPr>
            <a:lvl7pPr lvl="6" marR="0" rtl="0" algn="l">
              <a:lnSpc>
                <a:spcPct val="90000"/>
              </a:lnSpc>
              <a:spcBef>
                <a:spcPts val="0"/>
              </a:spcBef>
              <a:spcAft>
                <a:spcPts val="0"/>
              </a:spcAft>
              <a:buSzPts val="1400"/>
              <a:buNone/>
              <a:defRPr b="1" i="0" sz="3600" u="none" cap="none" strike="noStrike">
                <a:solidFill>
                  <a:srgbClr val="53A753"/>
                </a:solidFill>
                <a:latin typeface="Arial"/>
                <a:ea typeface="Arial"/>
                <a:cs typeface="Arial"/>
                <a:sym typeface="Arial"/>
              </a:defRPr>
            </a:lvl7pPr>
            <a:lvl8pPr lvl="7" marR="0" rtl="0" algn="l">
              <a:lnSpc>
                <a:spcPct val="90000"/>
              </a:lnSpc>
              <a:spcBef>
                <a:spcPts val="0"/>
              </a:spcBef>
              <a:spcAft>
                <a:spcPts val="0"/>
              </a:spcAft>
              <a:buSzPts val="1400"/>
              <a:buNone/>
              <a:defRPr b="1" i="0" sz="3600" u="none" cap="none" strike="noStrike">
                <a:solidFill>
                  <a:srgbClr val="53A753"/>
                </a:solidFill>
                <a:latin typeface="Arial"/>
                <a:ea typeface="Arial"/>
                <a:cs typeface="Arial"/>
                <a:sym typeface="Arial"/>
              </a:defRPr>
            </a:lvl8pPr>
            <a:lvl9pPr lvl="8" marR="0" rtl="0" algn="l">
              <a:lnSpc>
                <a:spcPct val="90000"/>
              </a:lnSpc>
              <a:spcBef>
                <a:spcPts val="0"/>
              </a:spcBef>
              <a:spcAft>
                <a:spcPts val="0"/>
              </a:spcAft>
              <a:buSzPts val="1400"/>
              <a:buNone/>
              <a:defRPr b="1" i="0" sz="3600" u="none" cap="none" strike="noStrike">
                <a:solidFill>
                  <a:srgbClr val="53A753"/>
                </a:solidFill>
                <a:latin typeface="Arial"/>
                <a:ea typeface="Arial"/>
                <a:cs typeface="Arial"/>
                <a:sym typeface="Arial"/>
              </a:defRPr>
            </a:lvl9pPr>
          </a:lstStyle>
          <a:p/>
        </p:txBody>
      </p:sp>
      <p:sp>
        <p:nvSpPr>
          <p:cNvPr id="16" name="Google Shape;16;p1"/>
          <p:cNvSpPr txBox="1"/>
          <p:nvPr>
            <p:ph idx="1" type="body"/>
          </p:nvPr>
        </p:nvSpPr>
        <p:spPr>
          <a:xfrm>
            <a:off x="838200" y="2362200"/>
            <a:ext cx="7693025" cy="3724275"/>
          </a:xfrm>
          <a:prstGeom prst="rect">
            <a:avLst/>
          </a:prstGeom>
          <a:noFill/>
          <a:ln>
            <a:noFill/>
          </a:ln>
        </p:spPr>
        <p:txBody>
          <a:bodyPr anchorCtr="0" anchor="t" bIns="45700" lIns="91425" spcFirstLastPara="1" rIns="91425" wrap="square" tIns="45700">
            <a:noAutofit/>
          </a:bodyPr>
          <a:lstStyle>
            <a:lvl1pPr indent="-335280" lvl="0" marL="457200" marR="0" rtl="0" algn="l">
              <a:lnSpc>
                <a:spcPct val="85000"/>
              </a:lnSpc>
              <a:spcBef>
                <a:spcPts val="980"/>
              </a:spcBef>
              <a:spcAft>
                <a:spcPts val="0"/>
              </a:spcAft>
              <a:buClr>
                <a:srgbClr val="EBB839"/>
              </a:buClr>
              <a:buSzPts val="1680"/>
              <a:buFont typeface="Arial"/>
              <a:buChar char="o"/>
              <a:defRPr b="0" i="0" sz="2800" u="none" cap="none" strike="noStrike">
                <a:solidFill>
                  <a:schemeClr val="dk1"/>
                </a:solidFill>
                <a:latin typeface="Arial"/>
                <a:ea typeface="Arial"/>
                <a:cs typeface="Arial"/>
                <a:sym typeface="Arial"/>
              </a:defRPr>
            </a:lvl1pPr>
            <a:lvl2pPr indent="-342900" lvl="1" marL="914400" marR="0" rtl="0" algn="l">
              <a:lnSpc>
                <a:spcPct val="85000"/>
              </a:lnSpc>
              <a:spcBef>
                <a:spcPts val="840"/>
              </a:spcBef>
              <a:spcAft>
                <a:spcPts val="0"/>
              </a:spcAft>
              <a:buClr>
                <a:srgbClr val="EBB839"/>
              </a:buClr>
              <a:buSzPts val="1800"/>
              <a:buFont typeface="Times"/>
              <a:buChar char="•"/>
              <a:defRPr b="0" i="0" sz="2400" u="none" cap="none" strike="noStrike">
                <a:solidFill>
                  <a:schemeClr val="dk1"/>
                </a:solidFill>
                <a:latin typeface="Arial"/>
                <a:ea typeface="Arial"/>
                <a:cs typeface="Arial"/>
                <a:sym typeface="Arial"/>
              </a:defRPr>
            </a:lvl2pPr>
            <a:lvl3pPr indent="-323850" lvl="2" marL="1371600" marR="0" rtl="0" algn="l">
              <a:lnSpc>
                <a:spcPct val="85000"/>
              </a:lnSpc>
              <a:spcBef>
                <a:spcPts val="700"/>
              </a:spcBef>
              <a:spcAft>
                <a:spcPts val="0"/>
              </a:spcAft>
              <a:buClr>
                <a:srgbClr val="EBB839"/>
              </a:buClr>
              <a:buSzPts val="1500"/>
              <a:buFont typeface="Courier New"/>
              <a:buChar char="o"/>
              <a:defRPr b="0" i="0" sz="2000" u="none" cap="none" strike="noStrike">
                <a:solidFill>
                  <a:schemeClr val="dk1"/>
                </a:solidFill>
                <a:latin typeface="Arial"/>
                <a:ea typeface="Arial"/>
                <a:cs typeface="Arial"/>
                <a:sym typeface="Arial"/>
              </a:defRPr>
            </a:lvl3pPr>
            <a:lvl4pPr indent="-314325" lvl="3" marL="1828800" marR="0" rtl="0" algn="l">
              <a:spcBef>
                <a:spcPts val="360"/>
              </a:spcBef>
              <a:spcAft>
                <a:spcPts val="0"/>
              </a:spcAft>
              <a:buClr>
                <a:srgbClr val="EBB839"/>
              </a:buClr>
              <a:buSzPts val="1350"/>
              <a:buFont typeface="Arial"/>
              <a:buChar char="•"/>
              <a:defRPr b="0" i="0" sz="1800" u="none" cap="none" strike="noStrike">
                <a:solidFill>
                  <a:schemeClr val="dk1"/>
                </a:solidFill>
                <a:latin typeface="Arial"/>
                <a:ea typeface="Arial"/>
                <a:cs typeface="Arial"/>
                <a:sym typeface="Arial"/>
              </a:defRPr>
            </a:lvl4pPr>
            <a:lvl5pPr indent="-302895" lvl="4" marL="2286000" marR="0" rtl="0" algn="l">
              <a:spcBef>
                <a:spcPts val="360"/>
              </a:spcBef>
              <a:spcAft>
                <a:spcPts val="0"/>
              </a:spcAft>
              <a:buClr>
                <a:srgbClr val="EBB839"/>
              </a:buClr>
              <a:buSzPts val="1170"/>
              <a:buFont typeface="Noto Sans Symbols"/>
              <a:buChar char="●"/>
              <a:defRPr b="0" i="0" sz="1800" u="none" cap="none" strike="noStrike">
                <a:solidFill>
                  <a:schemeClr val="dk1"/>
                </a:solidFill>
                <a:latin typeface="Arial"/>
                <a:ea typeface="Arial"/>
                <a:cs typeface="Arial"/>
                <a:sym typeface="Arial"/>
              </a:defRPr>
            </a:lvl5pPr>
            <a:lvl6pPr indent="-302895" lvl="5" marL="2743200" marR="0" rtl="0" algn="l">
              <a:spcBef>
                <a:spcPts val="360"/>
              </a:spcBef>
              <a:spcAft>
                <a:spcPts val="0"/>
              </a:spcAft>
              <a:buClr>
                <a:schemeClr val="dk1"/>
              </a:buClr>
              <a:buSzPts val="1170"/>
              <a:buFont typeface="Noto Sans Symbols"/>
              <a:buChar char="●"/>
              <a:defRPr b="0" i="0" sz="1800" u="none" cap="none" strike="noStrike">
                <a:solidFill>
                  <a:schemeClr val="dk1"/>
                </a:solidFill>
                <a:latin typeface="Arial"/>
                <a:ea typeface="Arial"/>
                <a:cs typeface="Arial"/>
                <a:sym typeface="Arial"/>
              </a:defRPr>
            </a:lvl6pPr>
            <a:lvl7pPr indent="-302895" lvl="6" marL="3200400" marR="0" rtl="0" algn="l">
              <a:spcBef>
                <a:spcPts val="360"/>
              </a:spcBef>
              <a:spcAft>
                <a:spcPts val="0"/>
              </a:spcAft>
              <a:buClr>
                <a:schemeClr val="dk1"/>
              </a:buClr>
              <a:buSzPts val="1170"/>
              <a:buFont typeface="Noto Sans Symbols"/>
              <a:buChar char="●"/>
              <a:defRPr b="0" i="0" sz="1800" u="none" cap="none" strike="noStrike">
                <a:solidFill>
                  <a:schemeClr val="dk1"/>
                </a:solidFill>
                <a:latin typeface="Arial"/>
                <a:ea typeface="Arial"/>
                <a:cs typeface="Arial"/>
                <a:sym typeface="Arial"/>
              </a:defRPr>
            </a:lvl7pPr>
            <a:lvl8pPr indent="-302895" lvl="7" marL="3657600" marR="0" rtl="0" algn="l">
              <a:spcBef>
                <a:spcPts val="360"/>
              </a:spcBef>
              <a:spcAft>
                <a:spcPts val="0"/>
              </a:spcAft>
              <a:buClr>
                <a:schemeClr val="dk1"/>
              </a:buClr>
              <a:buSzPts val="1170"/>
              <a:buFont typeface="Noto Sans Symbols"/>
              <a:buChar char="●"/>
              <a:defRPr b="0" i="0" sz="1800" u="none" cap="none" strike="noStrike">
                <a:solidFill>
                  <a:schemeClr val="dk1"/>
                </a:solidFill>
                <a:latin typeface="Arial"/>
                <a:ea typeface="Arial"/>
                <a:cs typeface="Arial"/>
                <a:sym typeface="Arial"/>
              </a:defRPr>
            </a:lvl8pPr>
            <a:lvl9pPr indent="-302895" lvl="8" marL="4114800" marR="0" rtl="0" algn="l">
              <a:spcBef>
                <a:spcPts val="360"/>
              </a:spcBef>
              <a:spcAft>
                <a:spcPts val="0"/>
              </a:spcAft>
              <a:buClr>
                <a:schemeClr val="dk1"/>
              </a:buClr>
              <a:buSzPts val="1170"/>
              <a:buFont typeface="Noto Sans Symbols"/>
              <a:buChar char="●"/>
              <a:defRPr b="0" i="0" sz="1800" u="none" cap="none" strike="noStrike">
                <a:solidFill>
                  <a:schemeClr val="dk1"/>
                </a:solidFill>
                <a:latin typeface="Arial"/>
                <a:ea typeface="Arial"/>
                <a:cs typeface="Arial"/>
                <a:sym typeface="Arial"/>
              </a:defRPr>
            </a:lvl9pPr>
          </a:lstStyle>
          <a:p/>
        </p:txBody>
      </p:sp>
      <p:sp>
        <p:nvSpPr>
          <p:cNvPr id="17" name="Google Shape;17;p1"/>
          <p:cNvSpPr txBox="1"/>
          <p:nvPr>
            <p:ph idx="12" type="sldNum"/>
          </p:nvPr>
        </p:nvSpPr>
        <p:spPr>
          <a:xfrm>
            <a:off x="84137" y="6242050"/>
            <a:ext cx="587375" cy="488950"/>
          </a:xfrm>
          <a:prstGeom prst="rect">
            <a:avLst/>
          </a:prstGeom>
          <a:noFill/>
          <a:ln>
            <a:noFill/>
          </a:ln>
        </p:spPr>
        <p:txBody>
          <a:bodyPr anchorCtr="1" anchor="b" bIns="45700" lIns="91425" spcFirstLastPara="1" rIns="91425" wrap="square" tIns="45700">
            <a:noAutofit/>
          </a:bodyPr>
          <a:lstStyle>
            <a:lvl1pPr indent="0" lvl="0" marL="0" marR="0" rtl="0" algn="l">
              <a:lnSpc>
                <a:spcPct val="100000"/>
              </a:lnSpc>
              <a:spcBef>
                <a:spcPts val="0"/>
              </a:spcBef>
              <a:spcAft>
                <a:spcPts val="0"/>
              </a:spcAft>
              <a:buClr>
                <a:schemeClr val="lt1"/>
              </a:buClr>
              <a:buSzPts val="2600"/>
              <a:buFont typeface="Arial"/>
              <a:buNone/>
              <a:defRPr b="1" i="0" sz="2600" u="none">
                <a:solidFill>
                  <a:schemeClr val="lt1"/>
                </a:solidFill>
                <a:latin typeface="Arial"/>
                <a:ea typeface="Arial"/>
                <a:cs typeface="Arial"/>
                <a:sym typeface="Arial"/>
              </a:defRPr>
            </a:lvl1pPr>
            <a:lvl2pPr indent="0" lvl="1" marL="0" marR="0" rtl="0" algn="l">
              <a:lnSpc>
                <a:spcPct val="100000"/>
              </a:lnSpc>
              <a:spcBef>
                <a:spcPts val="0"/>
              </a:spcBef>
              <a:spcAft>
                <a:spcPts val="0"/>
              </a:spcAft>
              <a:buClr>
                <a:schemeClr val="lt1"/>
              </a:buClr>
              <a:buSzPts val="2600"/>
              <a:buFont typeface="Arial"/>
              <a:buNone/>
              <a:defRPr b="1" i="0" sz="2600" u="none">
                <a:solidFill>
                  <a:schemeClr val="lt1"/>
                </a:solidFill>
                <a:latin typeface="Arial"/>
                <a:ea typeface="Arial"/>
                <a:cs typeface="Arial"/>
                <a:sym typeface="Arial"/>
              </a:defRPr>
            </a:lvl2pPr>
            <a:lvl3pPr indent="0" lvl="2" marL="0" marR="0" rtl="0" algn="l">
              <a:lnSpc>
                <a:spcPct val="100000"/>
              </a:lnSpc>
              <a:spcBef>
                <a:spcPts val="0"/>
              </a:spcBef>
              <a:spcAft>
                <a:spcPts val="0"/>
              </a:spcAft>
              <a:buClr>
                <a:schemeClr val="lt1"/>
              </a:buClr>
              <a:buSzPts val="2600"/>
              <a:buFont typeface="Arial"/>
              <a:buNone/>
              <a:defRPr b="1" i="0" sz="2600" u="none">
                <a:solidFill>
                  <a:schemeClr val="lt1"/>
                </a:solidFill>
                <a:latin typeface="Arial"/>
                <a:ea typeface="Arial"/>
                <a:cs typeface="Arial"/>
                <a:sym typeface="Arial"/>
              </a:defRPr>
            </a:lvl3pPr>
            <a:lvl4pPr indent="0" lvl="3" marL="0" marR="0" rtl="0" algn="l">
              <a:lnSpc>
                <a:spcPct val="100000"/>
              </a:lnSpc>
              <a:spcBef>
                <a:spcPts val="0"/>
              </a:spcBef>
              <a:spcAft>
                <a:spcPts val="0"/>
              </a:spcAft>
              <a:buClr>
                <a:schemeClr val="lt1"/>
              </a:buClr>
              <a:buSzPts val="2600"/>
              <a:buFont typeface="Arial"/>
              <a:buNone/>
              <a:defRPr b="1" i="0" sz="2600" u="none">
                <a:solidFill>
                  <a:schemeClr val="lt1"/>
                </a:solidFill>
                <a:latin typeface="Arial"/>
                <a:ea typeface="Arial"/>
                <a:cs typeface="Arial"/>
                <a:sym typeface="Arial"/>
              </a:defRPr>
            </a:lvl4pPr>
            <a:lvl5pPr indent="0" lvl="4" marL="0" marR="0" rtl="0" algn="l">
              <a:lnSpc>
                <a:spcPct val="100000"/>
              </a:lnSpc>
              <a:spcBef>
                <a:spcPts val="0"/>
              </a:spcBef>
              <a:spcAft>
                <a:spcPts val="0"/>
              </a:spcAft>
              <a:buClr>
                <a:schemeClr val="lt1"/>
              </a:buClr>
              <a:buSzPts val="2600"/>
              <a:buFont typeface="Arial"/>
              <a:buNone/>
              <a:defRPr b="1" i="0" sz="2600" u="none">
                <a:solidFill>
                  <a:schemeClr val="lt1"/>
                </a:solidFill>
                <a:latin typeface="Arial"/>
                <a:ea typeface="Arial"/>
                <a:cs typeface="Arial"/>
                <a:sym typeface="Arial"/>
              </a:defRPr>
            </a:lvl5pPr>
            <a:lvl6pPr indent="0" lvl="5" marL="0" marR="0" rtl="0" algn="l">
              <a:lnSpc>
                <a:spcPct val="100000"/>
              </a:lnSpc>
              <a:spcBef>
                <a:spcPts val="0"/>
              </a:spcBef>
              <a:spcAft>
                <a:spcPts val="0"/>
              </a:spcAft>
              <a:buClr>
                <a:schemeClr val="lt1"/>
              </a:buClr>
              <a:buSzPts val="2600"/>
              <a:buFont typeface="Arial"/>
              <a:buNone/>
              <a:defRPr b="1" i="0" sz="2600" u="none">
                <a:solidFill>
                  <a:schemeClr val="lt1"/>
                </a:solidFill>
                <a:latin typeface="Arial"/>
                <a:ea typeface="Arial"/>
                <a:cs typeface="Arial"/>
                <a:sym typeface="Arial"/>
              </a:defRPr>
            </a:lvl6pPr>
            <a:lvl7pPr indent="0" lvl="6" marL="0" marR="0" rtl="0" algn="l">
              <a:lnSpc>
                <a:spcPct val="100000"/>
              </a:lnSpc>
              <a:spcBef>
                <a:spcPts val="0"/>
              </a:spcBef>
              <a:spcAft>
                <a:spcPts val="0"/>
              </a:spcAft>
              <a:buClr>
                <a:schemeClr val="lt1"/>
              </a:buClr>
              <a:buSzPts val="2600"/>
              <a:buFont typeface="Arial"/>
              <a:buNone/>
              <a:defRPr b="1" i="0" sz="2600" u="none">
                <a:solidFill>
                  <a:schemeClr val="lt1"/>
                </a:solidFill>
                <a:latin typeface="Arial"/>
                <a:ea typeface="Arial"/>
                <a:cs typeface="Arial"/>
                <a:sym typeface="Arial"/>
              </a:defRPr>
            </a:lvl7pPr>
            <a:lvl8pPr indent="0" lvl="7" marL="0" marR="0" rtl="0" algn="l">
              <a:lnSpc>
                <a:spcPct val="100000"/>
              </a:lnSpc>
              <a:spcBef>
                <a:spcPts val="0"/>
              </a:spcBef>
              <a:spcAft>
                <a:spcPts val="0"/>
              </a:spcAft>
              <a:buClr>
                <a:schemeClr val="lt1"/>
              </a:buClr>
              <a:buSzPts val="2600"/>
              <a:buFont typeface="Arial"/>
              <a:buNone/>
              <a:defRPr b="1" i="0" sz="2600" u="none">
                <a:solidFill>
                  <a:schemeClr val="lt1"/>
                </a:solidFill>
                <a:latin typeface="Arial"/>
                <a:ea typeface="Arial"/>
                <a:cs typeface="Arial"/>
                <a:sym typeface="Arial"/>
              </a:defRPr>
            </a:lvl8pPr>
            <a:lvl9pPr indent="0" lvl="8" marL="0" marR="0" rtl="0" algn="l">
              <a:lnSpc>
                <a:spcPct val="100000"/>
              </a:lnSpc>
              <a:spcBef>
                <a:spcPts val="0"/>
              </a:spcBef>
              <a:spcAft>
                <a:spcPts val="0"/>
              </a:spcAft>
              <a:buClr>
                <a:schemeClr val="lt1"/>
              </a:buClr>
              <a:buSzPts val="2600"/>
              <a:buFont typeface="Arial"/>
              <a:buNone/>
              <a:defRPr b="1" i="0" sz="2600" u="none">
                <a:solidFill>
                  <a:schemeClr val="lt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b="0" sz="1400">
              <a:solidFill>
                <a:srgbClr val="000000"/>
              </a:solidFill>
            </a:endParaRPr>
          </a:p>
        </p:txBody>
      </p:sp>
      <p:pic>
        <p:nvPicPr>
          <p:cNvPr descr="C:\Users\OhioGhostWriter LLC\Documents\Bertino_PowerPoint\thumbs from michelle_091514_Coverthumb2_ss145925273 (2).jpg" id="18" name="Google Shape;18;p1"/>
          <p:cNvPicPr preferRelativeResize="0"/>
          <p:nvPr/>
        </p:nvPicPr>
        <p:blipFill rotWithShape="1">
          <a:blip r:embed="rId1">
            <a:alphaModFix/>
          </a:blip>
          <a:srcRect b="0" l="0" r="0" t="0"/>
          <a:stretch/>
        </p:blipFill>
        <p:spPr>
          <a:xfrm>
            <a:off x="7848600" y="304800"/>
            <a:ext cx="990600" cy="1079500"/>
          </a:xfrm>
          <a:prstGeom prst="rect">
            <a:avLst/>
          </a:prstGeom>
          <a:noFill/>
          <a:ln>
            <a:noFill/>
          </a:ln>
        </p:spPr>
      </p:pic>
      <p:sp>
        <p:nvSpPr>
          <p:cNvPr id="19" name="Google Shape;19;p1"/>
          <p:cNvSpPr txBox="1"/>
          <p:nvPr/>
        </p:nvSpPr>
        <p:spPr>
          <a:xfrm>
            <a:off x="838200" y="6248400"/>
            <a:ext cx="5029200" cy="47466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3966"/>
              </a:buClr>
              <a:buSzPts val="1400"/>
              <a:buFont typeface="Arial"/>
              <a:buNone/>
            </a:pPr>
            <a:r>
              <a:rPr b="0" i="0" lang="en-US" sz="1400" u="none">
                <a:solidFill>
                  <a:srgbClr val="003966"/>
                </a:solidFill>
                <a:latin typeface="Arial"/>
                <a:ea typeface="Arial"/>
                <a:cs typeface="Arial"/>
                <a:sym typeface="Arial"/>
              </a:rPr>
              <a:t>Forensic Science:  Fundamentals &amp; Investigations, 2e  Chapter 6</a:t>
            </a:r>
            <a:endParaRPr/>
          </a:p>
        </p:txBody>
      </p:sp>
    </p:spTree>
  </p:cSld>
  <p:clrMap accent1="accent1" accent2="accent2" accent3="accent3" accent4="accent4" accent5="accent5" accent6="accent6" bg1="lt1" bg2="dk2" tx1="dk1" tx2="lt2" folHlink="folHlink" hlink="hlink"/>
  <p:sldLayoutIdLst>
    <p:sldLayoutId id="2147483648" r:id="rId2"/>
    <p:sldLayoutId id="2147483649" r:id="rId3"/>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9" name="Shape 29"/>
        <p:cNvGrpSpPr/>
        <p:nvPr/>
      </p:nvGrpSpPr>
      <p:grpSpPr>
        <a:xfrm>
          <a:off x="0" y="0"/>
          <a:ext cx="0" cy="0"/>
          <a:chOff x="0" y="0"/>
          <a:chExt cx="0" cy="0"/>
        </a:xfrm>
      </p:grpSpPr>
      <p:grpSp>
        <p:nvGrpSpPr>
          <p:cNvPr id="30" name="Google Shape;30;p4"/>
          <p:cNvGrpSpPr/>
          <p:nvPr/>
        </p:nvGrpSpPr>
        <p:grpSpPr>
          <a:xfrm>
            <a:off x="0" y="0"/>
            <a:ext cx="7620000" cy="6858000"/>
            <a:chOff x="0" y="0"/>
            <a:chExt cx="7620000" cy="6858000"/>
          </a:xfrm>
        </p:grpSpPr>
        <p:sp>
          <p:nvSpPr>
            <p:cNvPr id="31" name="Google Shape;31;p4"/>
            <p:cNvSpPr txBox="1"/>
            <p:nvPr/>
          </p:nvSpPr>
          <p:spPr>
            <a:xfrm>
              <a:off x="0" y="0"/>
              <a:ext cx="762000" cy="6858000"/>
            </a:xfrm>
            <a:prstGeom prst="rect">
              <a:avLst/>
            </a:prstGeom>
            <a:solidFill>
              <a:srgbClr val="72B1B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grpSp>
          <p:nvGrpSpPr>
            <p:cNvPr id="32" name="Google Shape;32;p4"/>
            <p:cNvGrpSpPr/>
            <p:nvPr/>
          </p:nvGrpSpPr>
          <p:grpSpPr>
            <a:xfrm>
              <a:off x="228600" y="1981200"/>
              <a:ext cx="7391400" cy="319087"/>
              <a:chOff x="228600" y="1981200"/>
              <a:chExt cx="7391400" cy="319087"/>
            </a:xfrm>
          </p:grpSpPr>
          <p:sp>
            <p:nvSpPr>
              <p:cNvPr id="33" name="Google Shape;33;p4"/>
              <p:cNvSpPr/>
              <p:nvPr/>
            </p:nvSpPr>
            <p:spPr>
              <a:xfrm>
                <a:off x="609600" y="1981200"/>
                <a:ext cx="7010400" cy="317500"/>
              </a:xfrm>
              <a:prstGeom prst="roundRect">
                <a:avLst>
                  <a:gd fmla="val 0" name="adj"/>
                </a:avLst>
              </a:prstGeom>
              <a:solidFill>
                <a:srgbClr val="B0DDD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34" name="Google Shape;34;p4"/>
              <p:cNvSpPr/>
              <p:nvPr/>
            </p:nvSpPr>
            <p:spPr>
              <a:xfrm flipH="1">
                <a:off x="228600" y="1981200"/>
                <a:ext cx="393700" cy="319087"/>
              </a:xfrm>
              <a:prstGeom prst="flowChartDelay">
                <a:avLst/>
              </a:prstGeom>
              <a:solidFill>
                <a:srgbClr val="EBB83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grpSp>
      </p:grpSp>
      <p:pic>
        <p:nvPicPr>
          <p:cNvPr descr="C:\Users\OhioGhostWriter LLC\Documents\Bertino_PowerPoint\thumbs from michelle_091514_Coverthumb2_ss145925273 (2).jpg" id="35" name="Google Shape;35;p4"/>
          <p:cNvPicPr preferRelativeResize="0"/>
          <p:nvPr/>
        </p:nvPicPr>
        <p:blipFill rotWithShape="1">
          <a:blip r:embed="rId1">
            <a:alphaModFix/>
          </a:blip>
          <a:srcRect b="0" l="0" r="0" t="0"/>
          <a:stretch/>
        </p:blipFill>
        <p:spPr>
          <a:xfrm>
            <a:off x="7848600" y="304800"/>
            <a:ext cx="990600" cy="1079500"/>
          </a:xfrm>
          <a:prstGeom prst="rect">
            <a:avLst/>
          </a:prstGeom>
          <a:noFill/>
          <a:ln>
            <a:noFill/>
          </a:ln>
        </p:spPr>
      </p:pic>
      <p:sp>
        <p:nvSpPr>
          <p:cNvPr id="36" name="Google Shape;36;p4"/>
          <p:cNvSpPr txBox="1"/>
          <p:nvPr/>
        </p:nvSpPr>
        <p:spPr>
          <a:xfrm>
            <a:off x="838200" y="6248400"/>
            <a:ext cx="5029200" cy="47466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3966"/>
              </a:buClr>
              <a:buSzPts val="1400"/>
              <a:buFont typeface="Arial"/>
              <a:buNone/>
            </a:pPr>
            <a:r>
              <a:rPr b="0" i="0" lang="en-US" sz="1400" u="none">
                <a:solidFill>
                  <a:srgbClr val="003966"/>
                </a:solidFill>
                <a:latin typeface="Arial"/>
                <a:ea typeface="Arial"/>
                <a:cs typeface="Arial"/>
                <a:sym typeface="Arial"/>
              </a:rPr>
              <a:t>Forensic Science:  Fundamentals &amp; Investigations, 2e  Chapter 6</a:t>
            </a:r>
            <a:endParaRPr/>
          </a:p>
        </p:txBody>
      </p:sp>
      <p:sp>
        <p:nvSpPr>
          <p:cNvPr id="37" name="Google Shape;37;p4"/>
          <p:cNvSpPr txBox="1"/>
          <p:nvPr/>
        </p:nvSpPr>
        <p:spPr>
          <a:xfrm>
            <a:off x="5943600" y="6275387"/>
            <a:ext cx="3086100" cy="430212"/>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CC3300"/>
              </a:buClr>
              <a:buSzPts val="1100"/>
              <a:buFont typeface="Arial"/>
              <a:buNone/>
            </a:pPr>
            <a:r>
              <a:rPr b="0" i="0" lang="en-US" sz="1100" u="none">
                <a:solidFill>
                  <a:srgbClr val="CC3300"/>
                </a:solidFill>
                <a:latin typeface="Arial"/>
                <a:ea typeface="Arial"/>
                <a:cs typeface="Arial"/>
                <a:sym typeface="Arial"/>
              </a:rPr>
              <a:t>All rights Reserved </a:t>
            </a:r>
            <a:endParaRPr/>
          </a:p>
          <a:p>
            <a:pPr indent="0" lvl="0" marL="0" marR="0" rtl="0" algn="r">
              <a:lnSpc>
                <a:spcPct val="100000"/>
              </a:lnSpc>
              <a:spcBef>
                <a:spcPts val="0"/>
              </a:spcBef>
              <a:spcAft>
                <a:spcPts val="0"/>
              </a:spcAft>
              <a:buClr>
                <a:srgbClr val="CC3300"/>
              </a:buClr>
              <a:buSzPts val="1100"/>
              <a:buFont typeface="Arial"/>
              <a:buNone/>
            </a:pPr>
            <a:r>
              <a:rPr b="0" i="0" lang="en-US" sz="1100" u="none">
                <a:solidFill>
                  <a:srgbClr val="CC3300"/>
                </a:solidFill>
                <a:latin typeface="Arial"/>
                <a:ea typeface="Arial"/>
                <a:cs typeface="Arial"/>
                <a:sym typeface="Arial"/>
              </a:rPr>
              <a:t> Cengage/NGL/South-Western © 2016 </a:t>
            </a:r>
            <a:endParaRPr/>
          </a:p>
        </p:txBody>
      </p:sp>
      <p:sp>
        <p:nvSpPr>
          <p:cNvPr id="38" name="Google Shape;38;p4"/>
          <p:cNvSpPr/>
          <p:nvPr>
            <p:ph type="title"/>
          </p:nvPr>
        </p:nvSpPr>
        <p:spPr>
          <a:xfrm>
            <a:off x="762000" y="762000"/>
            <a:ext cx="7924800" cy="1143000"/>
          </a:xfrm>
          <a:prstGeom prst="roundRect">
            <a:avLst>
              <a:gd fmla="val 4680" name="adj"/>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SzPts val="1400"/>
              <a:buNone/>
              <a:defRPr b="1" i="0" sz="3600" u="none" cap="none" strike="noStrike">
                <a:solidFill>
                  <a:srgbClr val="53A753"/>
                </a:solidFill>
                <a:latin typeface="Arial"/>
                <a:ea typeface="Arial"/>
                <a:cs typeface="Arial"/>
                <a:sym typeface="Arial"/>
              </a:defRPr>
            </a:lvl1pPr>
            <a:lvl2pPr lvl="1" marR="0" rtl="0" algn="l">
              <a:lnSpc>
                <a:spcPct val="90000"/>
              </a:lnSpc>
              <a:spcBef>
                <a:spcPts val="0"/>
              </a:spcBef>
              <a:spcAft>
                <a:spcPts val="0"/>
              </a:spcAft>
              <a:buSzPts val="1400"/>
              <a:buNone/>
              <a:defRPr b="1" i="0" sz="3600" u="none" cap="none" strike="noStrike">
                <a:solidFill>
                  <a:srgbClr val="53A753"/>
                </a:solidFill>
                <a:latin typeface="Arial"/>
                <a:ea typeface="Arial"/>
                <a:cs typeface="Arial"/>
                <a:sym typeface="Arial"/>
              </a:defRPr>
            </a:lvl2pPr>
            <a:lvl3pPr lvl="2" marR="0" rtl="0" algn="l">
              <a:lnSpc>
                <a:spcPct val="90000"/>
              </a:lnSpc>
              <a:spcBef>
                <a:spcPts val="0"/>
              </a:spcBef>
              <a:spcAft>
                <a:spcPts val="0"/>
              </a:spcAft>
              <a:buSzPts val="1400"/>
              <a:buNone/>
              <a:defRPr b="1" i="0" sz="3600" u="none" cap="none" strike="noStrike">
                <a:solidFill>
                  <a:srgbClr val="53A753"/>
                </a:solidFill>
                <a:latin typeface="Arial"/>
                <a:ea typeface="Arial"/>
                <a:cs typeface="Arial"/>
                <a:sym typeface="Arial"/>
              </a:defRPr>
            </a:lvl3pPr>
            <a:lvl4pPr lvl="3" marR="0" rtl="0" algn="l">
              <a:lnSpc>
                <a:spcPct val="90000"/>
              </a:lnSpc>
              <a:spcBef>
                <a:spcPts val="0"/>
              </a:spcBef>
              <a:spcAft>
                <a:spcPts val="0"/>
              </a:spcAft>
              <a:buSzPts val="1400"/>
              <a:buNone/>
              <a:defRPr b="1" i="0" sz="3600" u="none" cap="none" strike="noStrike">
                <a:solidFill>
                  <a:srgbClr val="53A753"/>
                </a:solidFill>
                <a:latin typeface="Arial"/>
                <a:ea typeface="Arial"/>
                <a:cs typeface="Arial"/>
                <a:sym typeface="Arial"/>
              </a:defRPr>
            </a:lvl4pPr>
            <a:lvl5pPr lvl="4" marR="0" rtl="0" algn="l">
              <a:lnSpc>
                <a:spcPct val="90000"/>
              </a:lnSpc>
              <a:spcBef>
                <a:spcPts val="0"/>
              </a:spcBef>
              <a:spcAft>
                <a:spcPts val="0"/>
              </a:spcAft>
              <a:buSzPts val="1400"/>
              <a:buNone/>
              <a:defRPr b="1" i="0" sz="3600" u="none" cap="none" strike="noStrike">
                <a:solidFill>
                  <a:srgbClr val="53A753"/>
                </a:solidFill>
                <a:latin typeface="Arial"/>
                <a:ea typeface="Arial"/>
                <a:cs typeface="Arial"/>
                <a:sym typeface="Arial"/>
              </a:defRPr>
            </a:lvl5pPr>
            <a:lvl6pPr lvl="5" marR="0" rtl="0" algn="l">
              <a:lnSpc>
                <a:spcPct val="90000"/>
              </a:lnSpc>
              <a:spcBef>
                <a:spcPts val="0"/>
              </a:spcBef>
              <a:spcAft>
                <a:spcPts val="0"/>
              </a:spcAft>
              <a:buSzPts val="1400"/>
              <a:buNone/>
              <a:defRPr b="1" i="0" sz="3600" u="none" cap="none" strike="noStrike">
                <a:solidFill>
                  <a:srgbClr val="53A753"/>
                </a:solidFill>
                <a:latin typeface="Arial"/>
                <a:ea typeface="Arial"/>
                <a:cs typeface="Arial"/>
                <a:sym typeface="Arial"/>
              </a:defRPr>
            </a:lvl6pPr>
            <a:lvl7pPr lvl="6" marR="0" rtl="0" algn="l">
              <a:lnSpc>
                <a:spcPct val="90000"/>
              </a:lnSpc>
              <a:spcBef>
                <a:spcPts val="0"/>
              </a:spcBef>
              <a:spcAft>
                <a:spcPts val="0"/>
              </a:spcAft>
              <a:buSzPts val="1400"/>
              <a:buNone/>
              <a:defRPr b="1" i="0" sz="3600" u="none" cap="none" strike="noStrike">
                <a:solidFill>
                  <a:srgbClr val="53A753"/>
                </a:solidFill>
                <a:latin typeface="Arial"/>
                <a:ea typeface="Arial"/>
                <a:cs typeface="Arial"/>
                <a:sym typeface="Arial"/>
              </a:defRPr>
            </a:lvl7pPr>
            <a:lvl8pPr lvl="7" marR="0" rtl="0" algn="l">
              <a:lnSpc>
                <a:spcPct val="90000"/>
              </a:lnSpc>
              <a:spcBef>
                <a:spcPts val="0"/>
              </a:spcBef>
              <a:spcAft>
                <a:spcPts val="0"/>
              </a:spcAft>
              <a:buSzPts val="1400"/>
              <a:buNone/>
              <a:defRPr b="1" i="0" sz="3600" u="none" cap="none" strike="noStrike">
                <a:solidFill>
                  <a:srgbClr val="53A753"/>
                </a:solidFill>
                <a:latin typeface="Arial"/>
                <a:ea typeface="Arial"/>
                <a:cs typeface="Arial"/>
                <a:sym typeface="Arial"/>
              </a:defRPr>
            </a:lvl8pPr>
            <a:lvl9pPr lvl="8" marR="0" rtl="0" algn="l">
              <a:lnSpc>
                <a:spcPct val="90000"/>
              </a:lnSpc>
              <a:spcBef>
                <a:spcPts val="0"/>
              </a:spcBef>
              <a:spcAft>
                <a:spcPts val="0"/>
              </a:spcAft>
              <a:buSzPts val="1400"/>
              <a:buNone/>
              <a:defRPr b="1" i="0" sz="3600" u="none" cap="none" strike="noStrike">
                <a:solidFill>
                  <a:srgbClr val="53A753"/>
                </a:solidFill>
                <a:latin typeface="Arial"/>
                <a:ea typeface="Arial"/>
                <a:cs typeface="Arial"/>
                <a:sym typeface="Arial"/>
              </a:defRPr>
            </a:lvl9pPr>
          </a:lstStyle>
          <a:p/>
        </p:txBody>
      </p:sp>
      <p:sp>
        <p:nvSpPr>
          <p:cNvPr id="39" name="Google Shape;39;p4"/>
          <p:cNvSpPr txBox="1"/>
          <p:nvPr>
            <p:ph idx="1" type="body"/>
          </p:nvPr>
        </p:nvSpPr>
        <p:spPr>
          <a:xfrm>
            <a:off x="838200" y="2362200"/>
            <a:ext cx="7693025" cy="3724275"/>
          </a:xfrm>
          <a:prstGeom prst="rect">
            <a:avLst/>
          </a:prstGeom>
          <a:noFill/>
          <a:ln>
            <a:noFill/>
          </a:ln>
        </p:spPr>
        <p:txBody>
          <a:bodyPr anchorCtr="0" anchor="t" bIns="45700" lIns="91425" spcFirstLastPara="1" rIns="91425" wrap="square" tIns="45700">
            <a:noAutofit/>
          </a:bodyPr>
          <a:lstStyle>
            <a:lvl1pPr indent="-335280" lvl="0" marL="457200" marR="0" rtl="0" algn="l">
              <a:lnSpc>
                <a:spcPct val="85000"/>
              </a:lnSpc>
              <a:spcBef>
                <a:spcPts val="980"/>
              </a:spcBef>
              <a:spcAft>
                <a:spcPts val="0"/>
              </a:spcAft>
              <a:buClr>
                <a:srgbClr val="EBB839"/>
              </a:buClr>
              <a:buSzPts val="1680"/>
              <a:buFont typeface="Arial"/>
              <a:buChar char="o"/>
              <a:defRPr b="0" i="0" sz="2800" u="none" cap="none" strike="noStrike">
                <a:solidFill>
                  <a:schemeClr val="dk1"/>
                </a:solidFill>
                <a:latin typeface="Arial"/>
                <a:ea typeface="Arial"/>
                <a:cs typeface="Arial"/>
                <a:sym typeface="Arial"/>
              </a:defRPr>
            </a:lvl1pPr>
            <a:lvl2pPr indent="-342900" lvl="1" marL="914400" marR="0" rtl="0" algn="l">
              <a:lnSpc>
                <a:spcPct val="85000"/>
              </a:lnSpc>
              <a:spcBef>
                <a:spcPts val="840"/>
              </a:spcBef>
              <a:spcAft>
                <a:spcPts val="0"/>
              </a:spcAft>
              <a:buClr>
                <a:srgbClr val="EBB839"/>
              </a:buClr>
              <a:buSzPts val="1800"/>
              <a:buFont typeface="Times"/>
              <a:buChar char="•"/>
              <a:defRPr b="0" i="0" sz="2400" u="none" cap="none" strike="noStrike">
                <a:solidFill>
                  <a:schemeClr val="dk1"/>
                </a:solidFill>
                <a:latin typeface="Arial"/>
                <a:ea typeface="Arial"/>
                <a:cs typeface="Arial"/>
                <a:sym typeface="Arial"/>
              </a:defRPr>
            </a:lvl2pPr>
            <a:lvl3pPr indent="-323850" lvl="2" marL="1371600" marR="0" rtl="0" algn="l">
              <a:lnSpc>
                <a:spcPct val="85000"/>
              </a:lnSpc>
              <a:spcBef>
                <a:spcPts val="700"/>
              </a:spcBef>
              <a:spcAft>
                <a:spcPts val="0"/>
              </a:spcAft>
              <a:buClr>
                <a:srgbClr val="EBB839"/>
              </a:buClr>
              <a:buSzPts val="1500"/>
              <a:buFont typeface="Courier New"/>
              <a:buChar char="o"/>
              <a:defRPr b="0" i="0" sz="2000" u="none" cap="none" strike="noStrike">
                <a:solidFill>
                  <a:schemeClr val="dk1"/>
                </a:solidFill>
                <a:latin typeface="Arial"/>
                <a:ea typeface="Arial"/>
                <a:cs typeface="Arial"/>
                <a:sym typeface="Arial"/>
              </a:defRPr>
            </a:lvl3pPr>
            <a:lvl4pPr indent="-314325" lvl="3" marL="1828800" marR="0" rtl="0" algn="l">
              <a:spcBef>
                <a:spcPts val="360"/>
              </a:spcBef>
              <a:spcAft>
                <a:spcPts val="0"/>
              </a:spcAft>
              <a:buClr>
                <a:srgbClr val="EBB839"/>
              </a:buClr>
              <a:buSzPts val="1350"/>
              <a:buFont typeface="Arial"/>
              <a:buChar char="•"/>
              <a:defRPr b="0" i="0" sz="1800" u="none" cap="none" strike="noStrike">
                <a:solidFill>
                  <a:schemeClr val="dk1"/>
                </a:solidFill>
                <a:latin typeface="Arial"/>
                <a:ea typeface="Arial"/>
                <a:cs typeface="Arial"/>
                <a:sym typeface="Arial"/>
              </a:defRPr>
            </a:lvl4pPr>
            <a:lvl5pPr indent="-302895" lvl="4" marL="2286000" marR="0" rtl="0" algn="l">
              <a:spcBef>
                <a:spcPts val="360"/>
              </a:spcBef>
              <a:spcAft>
                <a:spcPts val="0"/>
              </a:spcAft>
              <a:buClr>
                <a:srgbClr val="EBB839"/>
              </a:buClr>
              <a:buSzPts val="1170"/>
              <a:buFont typeface="Noto Sans Symbols"/>
              <a:buChar char="●"/>
              <a:defRPr b="0" i="0" sz="1800" u="none" cap="none" strike="noStrike">
                <a:solidFill>
                  <a:schemeClr val="dk1"/>
                </a:solidFill>
                <a:latin typeface="Arial"/>
                <a:ea typeface="Arial"/>
                <a:cs typeface="Arial"/>
                <a:sym typeface="Arial"/>
              </a:defRPr>
            </a:lvl5pPr>
            <a:lvl6pPr indent="-302895" lvl="5" marL="2743200" marR="0" rtl="0" algn="l">
              <a:spcBef>
                <a:spcPts val="360"/>
              </a:spcBef>
              <a:spcAft>
                <a:spcPts val="0"/>
              </a:spcAft>
              <a:buClr>
                <a:schemeClr val="dk1"/>
              </a:buClr>
              <a:buSzPts val="1170"/>
              <a:buFont typeface="Noto Sans Symbols"/>
              <a:buChar char="●"/>
              <a:defRPr b="0" i="0" sz="1800" u="none" cap="none" strike="noStrike">
                <a:solidFill>
                  <a:schemeClr val="dk1"/>
                </a:solidFill>
                <a:latin typeface="Arial"/>
                <a:ea typeface="Arial"/>
                <a:cs typeface="Arial"/>
                <a:sym typeface="Arial"/>
              </a:defRPr>
            </a:lvl6pPr>
            <a:lvl7pPr indent="-302895" lvl="6" marL="3200400" marR="0" rtl="0" algn="l">
              <a:spcBef>
                <a:spcPts val="360"/>
              </a:spcBef>
              <a:spcAft>
                <a:spcPts val="0"/>
              </a:spcAft>
              <a:buClr>
                <a:schemeClr val="dk1"/>
              </a:buClr>
              <a:buSzPts val="1170"/>
              <a:buFont typeface="Noto Sans Symbols"/>
              <a:buChar char="●"/>
              <a:defRPr b="0" i="0" sz="1800" u="none" cap="none" strike="noStrike">
                <a:solidFill>
                  <a:schemeClr val="dk1"/>
                </a:solidFill>
                <a:latin typeface="Arial"/>
                <a:ea typeface="Arial"/>
                <a:cs typeface="Arial"/>
                <a:sym typeface="Arial"/>
              </a:defRPr>
            </a:lvl7pPr>
            <a:lvl8pPr indent="-302895" lvl="7" marL="3657600" marR="0" rtl="0" algn="l">
              <a:spcBef>
                <a:spcPts val="360"/>
              </a:spcBef>
              <a:spcAft>
                <a:spcPts val="0"/>
              </a:spcAft>
              <a:buClr>
                <a:schemeClr val="dk1"/>
              </a:buClr>
              <a:buSzPts val="1170"/>
              <a:buFont typeface="Noto Sans Symbols"/>
              <a:buChar char="●"/>
              <a:defRPr b="0" i="0" sz="1800" u="none" cap="none" strike="noStrike">
                <a:solidFill>
                  <a:schemeClr val="dk1"/>
                </a:solidFill>
                <a:latin typeface="Arial"/>
                <a:ea typeface="Arial"/>
                <a:cs typeface="Arial"/>
                <a:sym typeface="Arial"/>
              </a:defRPr>
            </a:lvl8pPr>
            <a:lvl9pPr indent="-302895" lvl="8" marL="4114800" marR="0" rtl="0" algn="l">
              <a:spcBef>
                <a:spcPts val="360"/>
              </a:spcBef>
              <a:spcAft>
                <a:spcPts val="0"/>
              </a:spcAft>
              <a:buClr>
                <a:schemeClr val="dk1"/>
              </a:buClr>
              <a:buSzPts val="1170"/>
              <a:buFont typeface="Noto Sans Symbols"/>
              <a:buChar char="●"/>
              <a:defRPr b="0" i="0" sz="1800" u="none" cap="none" strike="noStrike">
                <a:solidFill>
                  <a:schemeClr val="dk1"/>
                </a:solidFill>
                <a:latin typeface="Arial"/>
                <a:ea typeface="Arial"/>
                <a:cs typeface="Arial"/>
                <a:sym typeface="Arial"/>
              </a:defRPr>
            </a:lvl9pPr>
          </a:lstStyle>
          <a:p/>
        </p:txBody>
      </p:sp>
      <p:sp>
        <p:nvSpPr>
          <p:cNvPr id="40" name="Google Shape;40;p4"/>
          <p:cNvSpPr txBox="1"/>
          <p:nvPr>
            <p:ph idx="12" type="sldNum"/>
          </p:nvPr>
        </p:nvSpPr>
        <p:spPr>
          <a:xfrm>
            <a:off x="84137" y="6242050"/>
            <a:ext cx="587375" cy="488950"/>
          </a:xfrm>
          <a:prstGeom prst="rect">
            <a:avLst/>
          </a:prstGeom>
          <a:noFill/>
          <a:ln>
            <a:noFill/>
          </a:ln>
        </p:spPr>
        <p:txBody>
          <a:bodyPr anchorCtr="1" anchor="b" bIns="45700" lIns="91425" spcFirstLastPara="1" rIns="91425" wrap="square" tIns="45700">
            <a:noAutofit/>
          </a:bodyPr>
          <a:lstStyle>
            <a:lvl1pPr indent="0" lvl="0" marL="0" marR="0" rtl="0" algn="l">
              <a:lnSpc>
                <a:spcPct val="100000"/>
              </a:lnSpc>
              <a:spcBef>
                <a:spcPts val="0"/>
              </a:spcBef>
              <a:spcAft>
                <a:spcPts val="0"/>
              </a:spcAft>
              <a:buClr>
                <a:schemeClr val="lt1"/>
              </a:buClr>
              <a:buSzPts val="2600"/>
              <a:buFont typeface="Arial"/>
              <a:buNone/>
              <a:defRPr b="1" i="0" sz="2600" u="none">
                <a:solidFill>
                  <a:schemeClr val="lt1"/>
                </a:solidFill>
                <a:latin typeface="Arial"/>
                <a:ea typeface="Arial"/>
                <a:cs typeface="Arial"/>
                <a:sym typeface="Arial"/>
              </a:defRPr>
            </a:lvl1pPr>
            <a:lvl2pPr indent="0" lvl="1" marL="0" marR="0" rtl="0" algn="l">
              <a:lnSpc>
                <a:spcPct val="100000"/>
              </a:lnSpc>
              <a:spcBef>
                <a:spcPts val="0"/>
              </a:spcBef>
              <a:spcAft>
                <a:spcPts val="0"/>
              </a:spcAft>
              <a:buClr>
                <a:schemeClr val="lt1"/>
              </a:buClr>
              <a:buSzPts val="2600"/>
              <a:buFont typeface="Arial"/>
              <a:buNone/>
              <a:defRPr b="1" i="0" sz="2600" u="none">
                <a:solidFill>
                  <a:schemeClr val="lt1"/>
                </a:solidFill>
                <a:latin typeface="Arial"/>
                <a:ea typeface="Arial"/>
                <a:cs typeface="Arial"/>
                <a:sym typeface="Arial"/>
              </a:defRPr>
            </a:lvl2pPr>
            <a:lvl3pPr indent="0" lvl="2" marL="0" marR="0" rtl="0" algn="l">
              <a:lnSpc>
                <a:spcPct val="100000"/>
              </a:lnSpc>
              <a:spcBef>
                <a:spcPts val="0"/>
              </a:spcBef>
              <a:spcAft>
                <a:spcPts val="0"/>
              </a:spcAft>
              <a:buClr>
                <a:schemeClr val="lt1"/>
              </a:buClr>
              <a:buSzPts val="2600"/>
              <a:buFont typeface="Arial"/>
              <a:buNone/>
              <a:defRPr b="1" i="0" sz="2600" u="none">
                <a:solidFill>
                  <a:schemeClr val="lt1"/>
                </a:solidFill>
                <a:latin typeface="Arial"/>
                <a:ea typeface="Arial"/>
                <a:cs typeface="Arial"/>
                <a:sym typeface="Arial"/>
              </a:defRPr>
            </a:lvl3pPr>
            <a:lvl4pPr indent="0" lvl="3" marL="0" marR="0" rtl="0" algn="l">
              <a:lnSpc>
                <a:spcPct val="100000"/>
              </a:lnSpc>
              <a:spcBef>
                <a:spcPts val="0"/>
              </a:spcBef>
              <a:spcAft>
                <a:spcPts val="0"/>
              </a:spcAft>
              <a:buClr>
                <a:schemeClr val="lt1"/>
              </a:buClr>
              <a:buSzPts val="2600"/>
              <a:buFont typeface="Arial"/>
              <a:buNone/>
              <a:defRPr b="1" i="0" sz="2600" u="none">
                <a:solidFill>
                  <a:schemeClr val="lt1"/>
                </a:solidFill>
                <a:latin typeface="Arial"/>
                <a:ea typeface="Arial"/>
                <a:cs typeface="Arial"/>
                <a:sym typeface="Arial"/>
              </a:defRPr>
            </a:lvl4pPr>
            <a:lvl5pPr indent="0" lvl="4" marL="0" marR="0" rtl="0" algn="l">
              <a:lnSpc>
                <a:spcPct val="100000"/>
              </a:lnSpc>
              <a:spcBef>
                <a:spcPts val="0"/>
              </a:spcBef>
              <a:spcAft>
                <a:spcPts val="0"/>
              </a:spcAft>
              <a:buClr>
                <a:schemeClr val="lt1"/>
              </a:buClr>
              <a:buSzPts val="2600"/>
              <a:buFont typeface="Arial"/>
              <a:buNone/>
              <a:defRPr b="1" i="0" sz="2600" u="none">
                <a:solidFill>
                  <a:schemeClr val="lt1"/>
                </a:solidFill>
                <a:latin typeface="Arial"/>
                <a:ea typeface="Arial"/>
                <a:cs typeface="Arial"/>
                <a:sym typeface="Arial"/>
              </a:defRPr>
            </a:lvl5pPr>
            <a:lvl6pPr indent="0" lvl="5" marL="0" marR="0" rtl="0" algn="l">
              <a:lnSpc>
                <a:spcPct val="100000"/>
              </a:lnSpc>
              <a:spcBef>
                <a:spcPts val="0"/>
              </a:spcBef>
              <a:spcAft>
                <a:spcPts val="0"/>
              </a:spcAft>
              <a:buClr>
                <a:schemeClr val="lt1"/>
              </a:buClr>
              <a:buSzPts val="2600"/>
              <a:buFont typeface="Arial"/>
              <a:buNone/>
              <a:defRPr b="1" i="0" sz="2600" u="none">
                <a:solidFill>
                  <a:schemeClr val="lt1"/>
                </a:solidFill>
                <a:latin typeface="Arial"/>
                <a:ea typeface="Arial"/>
                <a:cs typeface="Arial"/>
                <a:sym typeface="Arial"/>
              </a:defRPr>
            </a:lvl6pPr>
            <a:lvl7pPr indent="0" lvl="6" marL="0" marR="0" rtl="0" algn="l">
              <a:lnSpc>
                <a:spcPct val="100000"/>
              </a:lnSpc>
              <a:spcBef>
                <a:spcPts val="0"/>
              </a:spcBef>
              <a:spcAft>
                <a:spcPts val="0"/>
              </a:spcAft>
              <a:buClr>
                <a:schemeClr val="lt1"/>
              </a:buClr>
              <a:buSzPts val="2600"/>
              <a:buFont typeface="Arial"/>
              <a:buNone/>
              <a:defRPr b="1" i="0" sz="2600" u="none">
                <a:solidFill>
                  <a:schemeClr val="lt1"/>
                </a:solidFill>
                <a:latin typeface="Arial"/>
                <a:ea typeface="Arial"/>
                <a:cs typeface="Arial"/>
                <a:sym typeface="Arial"/>
              </a:defRPr>
            </a:lvl7pPr>
            <a:lvl8pPr indent="0" lvl="7" marL="0" marR="0" rtl="0" algn="l">
              <a:lnSpc>
                <a:spcPct val="100000"/>
              </a:lnSpc>
              <a:spcBef>
                <a:spcPts val="0"/>
              </a:spcBef>
              <a:spcAft>
                <a:spcPts val="0"/>
              </a:spcAft>
              <a:buClr>
                <a:schemeClr val="lt1"/>
              </a:buClr>
              <a:buSzPts val="2600"/>
              <a:buFont typeface="Arial"/>
              <a:buNone/>
              <a:defRPr b="1" i="0" sz="2600" u="none">
                <a:solidFill>
                  <a:schemeClr val="lt1"/>
                </a:solidFill>
                <a:latin typeface="Arial"/>
                <a:ea typeface="Arial"/>
                <a:cs typeface="Arial"/>
                <a:sym typeface="Arial"/>
              </a:defRPr>
            </a:lvl8pPr>
            <a:lvl9pPr indent="0" lvl="8" marL="0" marR="0" rtl="0" algn="l">
              <a:lnSpc>
                <a:spcPct val="100000"/>
              </a:lnSpc>
              <a:spcBef>
                <a:spcPts val="0"/>
              </a:spcBef>
              <a:spcAft>
                <a:spcPts val="0"/>
              </a:spcAft>
              <a:buClr>
                <a:schemeClr val="lt1"/>
              </a:buClr>
              <a:buSzPts val="2600"/>
              <a:buFont typeface="Arial"/>
              <a:buNone/>
              <a:defRPr b="1" i="0" sz="2600" u="none">
                <a:solidFill>
                  <a:schemeClr val="lt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b="0" sz="1400">
              <a:solidFill>
                <a:srgbClr val="000000"/>
              </a:solidFill>
            </a:endParaRPr>
          </a:p>
        </p:txBody>
      </p:sp>
    </p:spTree>
  </p:cSld>
  <p:clrMap accent1="accent1" accent2="accent2" accent3="accent3" accent4="accent4" accent5="accent5" accent6="accent6" bg1="lt1" bg2="dk2" tx1="dk1" tx2="lt2" folHlink="folHlink" hlink="hlink"/>
  <p:sldLayoutIdLst>
    <p:sldLayoutId id="2147483650" r:id="rId2"/>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5" name="Shape 45"/>
        <p:cNvGrpSpPr/>
        <p:nvPr/>
      </p:nvGrpSpPr>
      <p:grpSpPr>
        <a:xfrm>
          <a:off x="0" y="0"/>
          <a:ext cx="0" cy="0"/>
          <a:chOff x="0" y="0"/>
          <a:chExt cx="0" cy="0"/>
        </a:xfrm>
      </p:grpSpPr>
      <p:sp>
        <p:nvSpPr>
          <p:cNvPr id="46" name="Google Shape;46;p6"/>
          <p:cNvSpPr txBox="1"/>
          <p:nvPr/>
        </p:nvSpPr>
        <p:spPr>
          <a:xfrm>
            <a:off x="0" y="0"/>
            <a:ext cx="762000" cy="6858000"/>
          </a:xfrm>
          <a:prstGeom prst="rect">
            <a:avLst/>
          </a:prstGeom>
          <a:solidFill>
            <a:srgbClr val="72B1B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pic>
        <p:nvPicPr>
          <p:cNvPr descr="C:\Users\OhioGhostWriter LLC\Documents\Bertino_PowerPoint\thumbs from michelle_091514_Coverthumb2_ss145925273 (2).jpg" id="47" name="Google Shape;47;p6"/>
          <p:cNvPicPr preferRelativeResize="0"/>
          <p:nvPr/>
        </p:nvPicPr>
        <p:blipFill rotWithShape="1">
          <a:blip r:embed="rId1">
            <a:alphaModFix/>
          </a:blip>
          <a:srcRect b="0" l="0" r="0" t="0"/>
          <a:stretch/>
        </p:blipFill>
        <p:spPr>
          <a:xfrm>
            <a:off x="7848600" y="304800"/>
            <a:ext cx="990600" cy="1079500"/>
          </a:xfrm>
          <a:prstGeom prst="rect">
            <a:avLst/>
          </a:prstGeom>
          <a:noFill/>
          <a:ln>
            <a:noFill/>
          </a:ln>
        </p:spPr>
      </p:pic>
      <p:sp>
        <p:nvSpPr>
          <p:cNvPr id="48" name="Google Shape;48;p6"/>
          <p:cNvSpPr txBox="1"/>
          <p:nvPr/>
        </p:nvSpPr>
        <p:spPr>
          <a:xfrm>
            <a:off x="5943600" y="6275387"/>
            <a:ext cx="3086100" cy="430212"/>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CC3300"/>
              </a:buClr>
              <a:buSzPts val="1100"/>
              <a:buFont typeface="Arial"/>
              <a:buNone/>
            </a:pPr>
            <a:r>
              <a:rPr b="0" i="0" lang="en-US" sz="1100" u="none">
                <a:solidFill>
                  <a:srgbClr val="CC3300"/>
                </a:solidFill>
                <a:latin typeface="Arial"/>
                <a:ea typeface="Arial"/>
                <a:cs typeface="Arial"/>
                <a:sym typeface="Arial"/>
              </a:rPr>
              <a:t>All rights Reserved </a:t>
            </a:r>
            <a:endParaRPr/>
          </a:p>
          <a:p>
            <a:pPr indent="0" lvl="0" marL="0" marR="0" rtl="0" algn="r">
              <a:lnSpc>
                <a:spcPct val="100000"/>
              </a:lnSpc>
              <a:spcBef>
                <a:spcPts val="0"/>
              </a:spcBef>
              <a:spcAft>
                <a:spcPts val="0"/>
              </a:spcAft>
              <a:buClr>
                <a:srgbClr val="CC3300"/>
              </a:buClr>
              <a:buSzPts val="1100"/>
              <a:buFont typeface="Arial"/>
              <a:buNone/>
            </a:pPr>
            <a:r>
              <a:rPr b="0" i="0" lang="en-US" sz="1100" u="none">
                <a:solidFill>
                  <a:srgbClr val="CC3300"/>
                </a:solidFill>
                <a:latin typeface="Arial"/>
                <a:ea typeface="Arial"/>
                <a:cs typeface="Arial"/>
                <a:sym typeface="Arial"/>
              </a:rPr>
              <a:t> Cengage/NGL/South-Western © 2016 </a:t>
            </a:r>
            <a:endParaRPr/>
          </a:p>
        </p:txBody>
      </p:sp>
      <p:sp>
        <p:nvSpPr>
          <p:cNvPr id="49" name="Google Shape;49;p6"/>
          <p:cNvSpPr txBox="1"/>
          <p:nvPr/>
        </p:nvSpPr>
        <p:spPr>
          <a:xfrm>
            <a:off x="838200" y="6181725"/>
            <a:ext cx="4572000" cy="52387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3366"/>
              </a:buClr>
              <a:buSzPts val="1400"/>
              <a:buFont typeface="Arial"/>
              <a:buNone/>
            </a:pPr>
            <a:r>
              <a:rPr b="0" i="0" lang="en-US" sz="1400" u="none">
                <a:solidFill>
                  <a:srgbClr val="003366"/>
                </a:solidFill>
                <a:latin typeface="Arial"/>
                <a:ea typeface="Arial"/>
                <a:cs typeface="Arial"/>
                <a:sym typeface="Arial"/>
              </a:rPr>
              <a:t>Forensic Science:  Fundamentals &amp; Investigations, 2e Chapter 6</a:t>
            </a:r>
            <a:endParaRPr/>
          </a:p>
        </p:txBody>
      </p:sp>
      <p:sp>
        <p:nvSpPr>
          <p:cNvPr id="50" name="Google Shape;50;p6"/>
          <p:cNvSpPr txBox="1"/>
          <p:nvPr/>
        </p:nvSpPr>
        <p:spPr>
          <a:xfrm>
            <a:off x="5943600" y="6275387"/>
            <a:ext cx="3086100" cy="430212"/>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CC3300"/>
              </a:buClr>
              <a:buSzPts val="1100"/>
              <a:buFont typeface="Arial"/>
              <a:buNone/>
            </a:pPr>
            <a:r>
              <a:rPr b="0" i="0" lang="en-US" sz="1100" u="none">
                <a:solidFill>
                  <a:srgbClr val="CC3300"/>
                </a:solidFill>
                <a:latin typeface="Arial"/>
                <a:ea typeface="Arial"/>
                <a:cs typeface="Arial"/>
                <a:sym typeface="Arial"/>
              </a:rPr>
              <a:t>All rights Reserved </a:t>
            </a:r>
            <a:endParaRPr/>
          </a:p>
          <a:p>
            <a:pPr indent="0" lvl="0" marL="0" marR="0" rtl="0" algn="r">
              <a:lnSpc>
                <a:spcPct val="100000"/>
              </a:lnSpc>
              <a:spcBef>
                <a:spcPts val="0"/>
              </a:spcBef>
              <a:spcAft>
                <a:spcPts val="0"/>
              </a:spcAft>
              <a:buClr>
                <a:srgbClr val="CC3300"/>
              </a:buClr>
              <a:buSzPts val="1100"/>
              <a:buFont typeface="Arial"/>
              <a:buNone/>
            </a:pPr>
            <a:r>
              <a:rPr b="0" i="0" lang="en-US" sz="1100" u="none">
                <a:solidFill>
                  <a:srgbClr val="CC3300"/>
                </a:solidFill>
                <a:latin typeface="Arial"/>
                <a:ea typeface="Arial"/>
                <a:cs typeface="Arial"/>
                <a:sym typeface="Arial"/>
              </a:rPr>
              <a:t> Cengage/NGL/South-Western © 2016 </a:t>
            </a:r>
            <a:endParaRPr/>
          </a:p>
        </p:txBody>
      </p:sp>
      <p:sp>
        <p:nvSpPr>
          <p:cNvPr id="51" name="Google Shape;51;p6"/>
          <p:cNvSpPr txBox="1"/>
          <p:nvPr>
            <p:ph idx="12" type="sldNum"/>
          </p:nvPr>
        </p:nvSpPr>
        <p:spPr>
          <a:xfrm>
            <a:off x="84137" y="6242050"/>
            <a:ext cx="587375" cy="488950"/>
          </a:xfrm>
          <a:prstGeom prst="rect">
            <a:avLst/>
          </a:prstGeom>
          <a:noFill/>
          <a:ln>
            <a:noFill/>
          </a:ln>
        </p:spPr>
        <p:txBody>
          <a:bodyPr anchorCtr="1" anchor="b" bIns="45700" lIns="91425" spcFirstLastPara="1" rIns="91425" wrap="square" tIns="45700">
            <a:noAutofit/>
          </a:bodyPr>
          <a:lstStyle>
            <a:lvl1pPr indent="0" lvl="0" marL="0" marR="0" rtl="0" algn="l">
              <a:lnSpc>
                <a:spcPct val="100000"/>
              </a:lnSpc>
              <a:spcBef>
                <a:spcPts val="0"/>
              </a:spcBef>
              <a:spcAft>
                <a:spcPts val="0"/>
              </a:spcAft>
              <a:buClr>
                <a:srgbClr val="FFFFFF"/>
              </a:buClr>
              <a:buSzPts val="2600"/>
              <a:buFont typeface="Arial"/>
              <a:buNone/>
              <a:defRPr b="1" i="0" sz="2600" u="none">
                <a:solidFill>
                  <a:srgbClr val="FFFFFF"/>
                </a:solidFill>
                <a:latin typeface="Arial"/>
                <a:ea typeface="Arial"/>
                <a:cs typeface="Arial"/>
                <a:sym typeface="Arial"/>
              </a:defRPr>
            </a:lvl1pPr>
            <a:lvl2pPr indent="0" lvl="1" marL="0" marR="0" rtl="0" algn="l">
              <a:lnSpc>
                <a:spcPct val="100000"/>
              </a:lnSpc>
              <a:spcBef>
                <a:spcPts val="0"/>
              </a:spcBef>
              <a:spcAft>
                <a:spcPts val="0"/>
              </a:spcAft>
              <a:buClr>
                <a:srgbClr val="FFFFFF"/>
              </a:buClr>
              <a:buSzPts val="2600"/>
              <a:buFont typeface="Arial"/>
              <a:buNone/>
              <a:defRPr b="1" i="0" sz="2600" u="none">
                <a:solidFill>
                  <a:srgbClr val="FFFFFF"/>
                </a:solidFill>
                <a:latin typeface="Arial"/>
                <a:ea typeface="Arial"/>
                <a:cs typeface="Arial"/>
                <a:sym typeface="Arial"/>
              </a:defRPr>
            </a:lvl2pPr>
            <a:lvl3pPr indent="0" lvl="2" marL="0" marR="0" rtl="0" algn="l">
              <a:lnSpc>
                <a:spcPct val="100000"/>
              </a:lnSpc>
              <a:spcBef>
                <a:spcPts val="0"/>
              </a:spcBef>
              <a:spcAft>
                <a:spcPts val="0"/>
              </a:spcAft>
              <a:buClr>
                <a:srgbClr val="FFFFFF"/>
              </a:buClr>
              <a:buSzPts val="2600"/>
              <a:buFont typeface="Arial"/>
              <a:buNone/>
              <a:defRPr b="1" i="0" sz="2600" u="none">
                <a:solidFill>
                  <a:srgbClr val="FFFFFF"/>
                </a:solidFill>
                <a:latin typeface="Arial"/>
                <a:ea typeface="Arial"/>
                <a:cs typeface="Arial"/>
                <a:sym typeface="Arial"/>
              </a:defRPr>
            </a:lvl3pPr>
            <a:lvl4pPr indent="0" lvl="3" marL="0" marR="0" rtl="0" algn="l">
              <a:lnSpc>
                <a:spcPct val="100000"/>
              </a:lnSpc>
              <a:spcBef>
                <a:spcPts val="0"/>
              </a:spcBef>
              <a:spcAft>
                <a:spcPts val="0"/>
              </a:spcAft>
              <a:buClr>
                <a:srgbClr val="FFFFFF"/>
              </a:buClr>
              <a:buSzPts val="2600"/>
              <a:buFont typeface="Arial"/>
              <a:buNone/>
              <a:defRPr b="1" i="0" sz="2600" u="none">
                <a:solidFill>
                  <a:srgbClr val="FFFFFF"/>
                </a:solidFill>
                <a:latin typeface="Arial"/>
                <a:ea typeface="Arial"/>
                <a:cs typeface="Arial"/>
                <a:sym typeface="Arial"/>
              </a:defRPr>
            </a:lvl4pPr>
            <a:lvl5pPr indent="0" lvl="4" marL="0" marR="0" rtl="0" algn="l">
              <a:lnSpc>
                <a:spcPct val="100000"/>
              </a:lnSpc>
              <a:spcBef>
                <a:spcPts val="0"/>
              </a:spcBef>
              <a:spcAft>
                <a:spcPts val="0"/>
              </a:spcAft>
              <a:buClr>
                <a:srgbClr val="FFFFFF"/>
              </a:buClr>
              <a:buSzPts val="2600"/>
              <a:buFont typeface="Arial"/>
              <a:buNone/>
              <a:defRPr b="1" i="0" sz="2600" u="none">
                <a:solidFill>
                  <a:srgbClr val="FFFFFF"/>
                </a:solidFill>
                <a:latin typeface="Arial"/>
                <a:ea typeface="Arial"/>
                <a:cs typeface="Arial"/>
                <a:sym typeface="Arial"/>
              </a:defRPr>
            </a:lvl5pPr>
            <a:lvl6pPr indent="0" lvl="5" marL="0" marR="0" rtl="0" algn="l">
              <a:lnSpc>
                <a:spcPct val="100000"/>
              </a:lnSpc>
              <a:spcBef>
                <a:spcPts val="0"/>
              </a:spcBef>
              <a:spcAft>
                <a:spcPts val="0"/>
              </a:spcAft>
              <a:buClr>
                <a:srgbClr val="FFFFFF"/>
              </a:buClr>
              <a:buSzPts val="2600"/>
              <a:buFont typeface="Arial"/>
              <a:buNone/>
              <a:defRPr b="1" i="0" sz="2600" u="none">
                <a:solidFill>
                  <a:srgbClr val="FFFFFF"/>
                </a:solidFill>
                <a:latin typeface="Arial"/>
                <a:ea typeface="Arial"/>
                <a:cs typeface="Arial"/>
                <a:sym typeface="Arial"/>
              </a:defRPr>
            </a:lvl6pPr>
            <a:lvl7pPr indent="0" lvl="6" marL="0" marR="0" rtl="0" algn="l">
              <a:lnSpc>
                <a:spcPct val="100000"/>
              </a:lnSpc>
              <a:spcBef>
                <a:spcPts val="0"/>
              </a:spcBef>
              <a:spcAft>
                <a:spcPts val="0"/>
              </a:spcAft>
              <a:buClr>
                <a:srgbClr val="FFFFFF"/>
              </a:buClr>
              <a:buSzPts val="2600"/>
              <a:buFont typeface="Arial"/>
              <a:buNone/>
              <a:defRPr b="1" i="0" sz="2600" u="none">
                <a:solidFill>
                  <a:srgbClr val="FFFFFF"/>
                </a:solidFill>
                <a:latin typeface="Arial"/>
                <a:ea typeface="Arial"/>
                <a:cs typeface="Arial"/>
                <a:sym typeface="Arial"/>
              </a:defRPr>
            </a:lvl7pPr>
            <a:lvl8pPr indent="0" lvl="7" marL="0" marR="0" rtl="0" algn="l">
              <a:lnSpc>
                <a:spcPct val="100000"/>
              </a:lnSpc>
              <a:spcBef>
                <a:spcPts val="0"/>
              </a:spcBef>
              <a:spcAft>
                <a:spcPts val="0"/>
              </a:spcAft>
              <a:buClr>
                <a:srgbClr val="FFFFFF"/>
              </a:buClr>
              <a:buSzPts val="2600"/>
              <a:buFont typeface="Arial"/>
              <a:buNone/>
              <a:defRPr b="1" i="0" sz="2600" u="none">
                <a:solidFill>
                  <a:srgbClr val="FFFFFF"/>
                </a:solidFill>
                <a:latin typeface="Arial"/>
                <a:ea typeface="Arial"/>
                <a:cs typeface="Arial"/>
                <a:sym typeface="Arial"/>
              </a:defRPr>
            </a:lvl8pPr>
            <a:lvl9pPr indent="0" lvl="8" marL="0" marR="0" rtl="0" algn="l">
              <a:lnSpc>
                <a:spcPct val="100000"/>
              </a:lnSpc>
              <a:spcBef>
                <a:spcPts val="0"/>
              </a:spcBef>
              <a:spcAft>
                <a:spcPts val="0"/>
              </a:spcAft>
              <a:buClr>
                <a:srgbClr val="FFFFFF"/>
              </a:buClr>
              <a:buSzPts val="2600"/>
              <a:buFont typeface="Arial"/>
              <a:buNone/>
              <a:defRPr b="1" i="0" sz="2600" u="none">
                <a:solidFill>
                  <a:srgbClr val="FFFFFF"/>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b="0" sz="1400">
              <a:solidFill>
                <a:srgbClr val="000000"/>
              </a:solidFill>
            </a:endParaRPr>
          </a:p>
        </p:txBody>
      </p:sp>
    </p:spTree>
  </p:cSld>
  <p:clrMap accent1="accent1" accent2="accent2" accent3="accent3" accent4="accent4" accent5="accent5" accent6="accent6" bg1="lt1" bg2="dk2" tx1="dk1" tx2="lt2" folHlink="folHlink" hlink="hlink"/>
  <p:sldLayoutIdLst>
    <p:sldLayoutId id="2147483651" r:id="rId2"/>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6" name="Shape 56"/>
        <p:cNvGrpSpPr/>
        <p:nvPr/>
      </p:nvGrpSpPr>
      <p:grpSpPr>
        <a:xfrm>
          <a:off x="0" y="0"/>
          <a:ext cx="0" cy="0"/>
          <a:chOff x="0" y="0"/>
          <a:chExt cx="0" cy="0"/>
        </a:xfrm>
      </p:grpSpPr>
      <p:sp>
        <p:nvSpPr>
          <p:cNvPr id="57" name="Google Shape;57;p8"/>
          <p:cNvSpPr txBox="1"/>
          <p:nvPr/>
        </p:nvSpPr>
        <p:spPr>
          <a:xfrm>
            <a:off x="0" y="0"/>
            <a:ext cx="762000" cy="6858000"/>
          </a:xfrm>
          <a:prstGeom prst="rect">
            <a:avLst/>
          </a:prstGeom>
          <a:solidFill>
            <a:srgbClr val="72B1B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58" name="Google Shape;58;p8"/>
          <p:cNvSpPr txBox="1"/>
          <p:nvPr>
            <p:ph idx="12" type="sldNum"/>
          </p:nvPr>
        </p:nvSpPr>
        <p:spPr>
          <a:xfrm>
            <a:off x="84137" y="6242050"/>
            <a:ext cx="587375" cy="488950"/>
          </a:xfrm>
          <a:prstGeom prst="rect">
            <a:avLst/>
          </a:prstGeom>
          <a:noFill/>
          <a:ln>
            <a:noFill/>
          </a:ln>
        </p:spPr>
        <p:txBody>
          <a:bodyPr anchorCtr="1" anchor="b" bIns="45700" lIns="91425" spcFirstLastPara="1" rIns="91425" wrap="square" tIns="45700">
            <a:noAutofit/>
          </a:bodyPr>
          <a:lstStyle>
            <a:lvl1pPr indent="0" lvl="0" marL="0" marR="0" rtl="0" algn="l">
              <a:lnSpc>
                <a:spcPct val="100000"/>
              </a:lnSpc>
              <a:spcBef>
                <a:spcPts val="0"/>
              </a:spcBef>
              <a:spcAft>
                <a:spcPts val="0"/>
              </a:spcAft>
              <a:buClr>
                <a:srgbClr val="FFFFFF"/>
              </a:buClr>
              <a:buSzPts val="2600"/>
              <a:buFont typeface="Arial"/>
              <a:buNone/>
              <a:defRPr b="1" i="0" sz="2600" u="none">
                <a:solidFill>
                  <a:srgbClr val="FFFFFF"/>
                </a:solidFill>
                <a:latin typeface="Arial"/>
                <a:ea typeface="Arial"/>
                <a:cs typeface="Arial"/>
                <a:sym typeface="Arial"/>
              </a:defRPr>
            </a:lvl1pPr>
            <a:lvl2pPr indent="0" lvl="1" marL="0" marR="0" rtl="0" algn="l">
              <a:lnSpc>
                <a:spcPct val="100000"/>
              </a:lnSpc>
              <a:spcBef>
                <a:spcPts val="0"/>
              </a:spcBef>
              <a:spcAft>
                <a:spcPts val="0"/>
              </a:spcAft>
              <a:buClr>
                <a:srgbClr val="FFFFFF"/>
              </a:buClr>
              <a:buSzPts val="2600"/>
              <a:buFont typeface="Arial"/>
              <a:buNone/>
              <a:defRPr b="1" i="0" sz="2600" u="none">
                <a:solidFill>
                  <a:srgbClr val="FFFFFF"/>
                </a:solidFill>
                <a:latin typeface="Arial"/>
                <a:ea typeface="Arial"/>
                <a:cs typeface="Arial"/>
                <a:sym typeface="Arial"/>
              </a:defRPr>
            </a:lvl2pPr>
            <a:lvl3pPr indent="0" lvl="2" marL="0" marR="0" rtl="0" algn="l">
              <a:lnSpc>
                <a:spcPct val="100000"/>
              </a:lnSpc>
              <a:spcBef>
                <a:spcPts val="0"/>
              </a:spcBef>
              <a:spcAft>
                <a:spcPts val="0"/>
              </a:spcAft>
              <a:buClr>
                <a:srgbClr val="FFFFFF"/>
              </a:buClr>
              <a:buSzPts val="2600"/>
              <a:buFont typeface="Arial"/>
              <a:buNone/>
              <a:defRPr b="1" i="0" sz="2600" u="none">
                <a:solidFill>
                  <a:srgbClr val="FFFFFF"/>
                </a:solidFill>
                <a:latin typeface="Arial"/>
                <a:ea typeface="Arial"/>
                <a:cs typeface="Arial"/>
                <a:sym typeface="Arial"/>
              </a:defRPr>
            </a:lvl3pPr>
            <a:lvl4pPr indent="0" lvl="3" marL="0" marR="0" rtl="0" algn="l">
              <a:lnSpc>
                <a:spcPct val="100000"/>
              </a:lnSpc>
              <a:spcBef>
                <a:spcPts val="0"/>
              </a:spcBef>
              <a:spcAft>
                <a:spcPts val="0"/>
              </a:spcAft>
              <a:buClr>
                <a:srgbClr val="FFFFFF"/>
              </a:buClr>
              <a:buSzPts val="2600"/>
              <a:buFont typeface="Arial"/>
              <a:buNone/>
              <a:defRPr b="1" i="0" sz="2600" u="none">
                <a:solidFill>
                  <a:srgbClr val="FFFFFF"/>
                </a:solidFill>
                <a:latin typeface="Arial"/>
                <a:ea typeface="Arial"/>
                <a:cs typeface="Arial"/>
                <a:sym typeface="Arial"/>
              </a:defRPr>
            </a:lvl4pPr>
            <a:lvl5pPr indent="0" lvl="4" marL="0" marR="0" rtl="0" algn="l">
              <a:lnSpc>
                <a:spcPct val="100000"/>
              </a:lnSpc>
              <a:spcBef>
                <a:spcPts val="0"/>
              </a:spcBef>
              <a:spcAft>
                <a:spcPts val="0"/>
              </a:spcAft>
              <a:buClr>
                <a:srgbClr val="FFFFFF"/>
              </a:buClr>
              <a:buSzPts val="2600"/>
              <a:buFont typeface="Arial"/>
              <a:buNone/>
              <a:defRPr b="1" i="0" sz="2600" u="none">
                <a:solidFill>
                  <a:srgbClr val="FFFFFF"/>
                </a:solidFill>
                <a:latin typeface="Arial"/>
                <a:ea typeface="Arial"/>
                <a:cs typeface="Arial"/>
                <a:sym typeface="Arial"/>
              </a:defRPr>
            </a:lvl5pPr>
            <a:lvl6pPr indent="0" lvl="5" marL="0" marR="0" rtl="0" algn="l">
              <a:lnSpc>
                <a:spcPct val="100000"/>
              </a:lnSpc>
              <a:spcBef>
                <a:spcPts val="0"/>
              </a:spcBef>
              <a:spcAft>
                <a:spcPts val="0"/>
              </a:spcAft>
              <a:buClr>
                <a:srgbClr val="FFFFFF"/>
              </a:buClr>
              <a:buSzPts val="2600"/>
              <a:buFont typeface="Arial"/>
              <a:buNone/>
              <a:defRPr b="1" i="0" sz="2600" u="none">
                <a:solidFill>
                  <a:srgbClr val="FFFFFF"/>
                </a:solidFill>
                <a:latin typeface="Arial"/>
                <a:ea typeface="Arial"/>
                <a:cs typeface="Arial"/>
                <a:sym typeface="Arial"/>
              </a:defRPr>
            </a:lvl6pPr>
            <a:lvl7pPr indent="0" lvl="6" marL="0" marR="0" rtl="0" algn="l">
              <a:lnSpc>
                <a:spcPct val="100000"/>
              </a:lnSpc>
              <a:spcBef>
                <a:spcPts val="0"/>
              </a:spcBef>
              <a:spcAft>
                <a:spcPts val="0"/>
              </a:spcAft>
              <a:buClr>
                <a:srgbClr val="FFFFFF"/>
              </a:buClr>
              <a:buSzPts val="2600"/>
              <a:buFont typeface="Arial"/>
              <a:buNone/>
              <a:defRPr b="1" i="0" sz="2600" u="none">
                <a:solidFill>
                  <a:srgbClr val="FFFFFF"/>
                </a:solidFill>
                <a:latin typeface="Arial"/>
                <a:ea typeface="Arial"/>
                <a:cs typeface="Arial"/>
                <a:sym typeface="Arial"/>
              </a:defRPr>
            </a:lvl7pPr>
            <a:lvl8pPr indent="0" lvl="7" marL="0" marR="0" rtl="0" algn="l">
              <a:lnSpc>
                <a:spcPct val="100000"/>
              </a:lnSpc>
              <a:spcBef>
                <a:spcPts val="0"/>
              </a:spcBef>
              <a:spcAft>
                <a:spcPts val="0"/>
              </a:spcAft>
              <a:buClr>
                <a:srgbClr val="FFFFFF"/>
              </a:buClr>
              <a:buSzPts val="2600"/>
              <a:buFont typeface="Arial"/>
              <a:buNone/>
              <a:defRPr b="1" i="0" sz="2600" u="none">
                <a:solidFill>
                  <a:srgbClr val="FFFFFF"/>
                </a:solidFill>
                <a:latin typeface="Arial"/>
                <a:ea typeface="Arial"/>
                <a:cs typeface="Arial"/>
                <a:sym typeface="Arial"/>
              </a:defRPr>
            </a:lvl8pPr>
            <a:lvl9pPr indent="0" lvl="8" marL="0" marR="0" rtl="0" algn="l">
              <a:lnSpc>
                <a:spcPct val="100000"/>
              </a:lnSpc>
              <a:spcBef>
                <a:spcPts val="0"/>
              </a:spcBef>
              <a:spcAft>
                <a:spcPts val="0"/>
              </a:spcAft>
              <a:buClr>
                <a:srgbClr val="FFFFFF"/>
              </a:buClr>
              <a:buSzPts val="2600"/>
              <a:buFont typeface="Arial"/>
              <a:buNone/>
              <a:defRPr b="1" i="0" sz="2600" u="none">
                <a:solidFill>
                  <a:srgbClr val="FFFFFF"/>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b="0" sz="1400">
              <a:solidFill>
                <a:srgbClr val="000000"/>
              </a:solidFill>
            </a:endParaRPr>
          </a:p>
        </p:txBody>
      </p:sp>
      <p:pic>
        <p:nvPicPr>
          <p:cNvPr descr="C:\Users\OhioGhostWriter LLC\Documents\Bertino_PowerPoint\thumbs from michelle_091514_Coverthumb2_ss145925273 (2).jpg" id="59" name="Google Shape;59;p8"/>
          <p:cNvPicPr preferRelativeResize="0"/>
          <p:nvPr/>
        </p:nvPicPr>
        <p:blipFill rotWithShape="1">
          <a:blip r:embed="rId1">
            <a:alphaModFix/>
          </a:blip>
          <a:srcRect b="0" l="0" r="0" t="0"/>
          <a:stretch/>
        </p:blipFill>
        <p:spPr>
          <a:xfrm>
            <a:off x="7848600" y="304800"/>
            <a:ext cx="990600" cy="1079500"/>
          </a:xfrm>
          <a:prstGeom prst="rect">
            <a:avLst/>
          </a:prstGeom>
          <a:noFill/>
          <a:ln>
            <a:noFill/>
          </a:ln>
        </p:spPr>
      </p:pic>
      <p:sp>
        <p:nvSpPr>
          <p:cNvPr id="60" name="Google Shape;60;p8"/>
          <p:cNvSpPr txBox="1"/>
          <p:nvPr/>
        </p:nvSpPr>
        <p:spPr>
          <a:xfrm>
            <a:off x="5943600" y="6275387"/>
            <a:ext cx="3086100" cy="430212"/>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CC3300"/>
              </a:buClr>
              <a:buSzPts val="1100"/>
              <a:buFont typeface="Arial"/>
              <a:buNone/>
            </a:pPr>
            <a:r>
              <a:rPr b="0" i="0" lang="en-US" sz="1100" u="none">
                <a:solidFill>
                  <a:srgbClr val="CC3300"/>
                </a:solidFill>
                <a:latin typeface="Arial"/>
                <a:ea typeface="Arial"/>
                <a:cs typeface="Arial"/>
                <a:sym typeface="Arial"/>
              </a:rPr>
              <a:t>All rights Reserved </a:t>
            </a:r>
            <a:endParaRPr/>
          </a:p>
          <a:p>
            <a:pPr indent="0" lvl="0" marL="0" marR="0" rtl="0" algn="r">
              <a:lnSpc>
                <a:spcPct val="100000"/>
              </a:lnSpc>
              <a:spcBef>
                <a:spcPts val="0"/>
              </a:spcBef>
              <a:spcAft>
                <a:spcPts val="0"/>
              </a:spcAft>
              <a:buClr>
                <a:srgbClr val="CC3300"/>
              </a:buClr>
              <a:buSzPts val="1100"/>
              <a:buFont typeface="Arial"/>
              <a:buNone/>
            </a:pPr>
            <a:r>
              <a:rPr b="0" i="0" lang="en-US" sz="1100" u="none">
                <a:solidFill>
                  <a:srgbClr val="CC3300"/>
                </a:solidFill>
                <a:latin typeface="Arial"/>
                <a:ea typeface="Arial"/>
                <a:cs typeface="Arial"/>
                <a:sym typeface="Arial"/>
              </a:rPr>
              <a:t> Cengage/NGL/South-Western © 2016 </a:t>
            </a:r>
            <a:endParaRPr/>
          </a:p>
        </p:txBody>
      </p:sp>
      <p:sp>
        <p:nvSpPr>
          <p:cNvPr id="61" name="Google Shape;61;p8"/>
          <p:cNvSpPr txBox="1"/>
          <p:nvPr/>
        </p:nvSpPr>
        <p:spPr>
          <a:xfrm>
            <a:off x="838200" y="6181725"/>
            <a:ext cx="4572000" cy="52387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3366"/>
              </a:buClr>
              <a:buSzPts val="1400"/>
              <a:buFont typeface="Arial"/>
              <a:buNone/>
            </a:pPr>
            <a:r>
              <a:rPr b="0" i="0" lang="en-US" sz="1400" u="none">
                <a:solidFill>
                  <a:srgbClr val="003366"/>
                </a:solidFill>
                <a:latin typeface="Arial"/>
                <a:ea typeface="Arial"/>
                <a:cs typeface="Arial"/>
                <a:sym typeface="Arial"/>
              </a:rPr>
              <a:t>Forensic Science:  Fundamentals &amp; Investigations, 2e Chapter 6</a:t>
            </a:r>
            <a:endParaRPr/>
          </a:p>
        </p:txBody>
      </p:sp>
    </p:spTree>
  </p:cSld>
  <p:clrMap accent1="accent1" accent2="accent2" accent3="accent3" accent4="accent4" accent5="accent5" accent6="accent6" bg1="lt1" bg2="dk2" tx1="dk1" tx2="lt2" folHlink="folHlink" hlink="hlink"/>
  <p:sldLayoutIdLst>
    <p:sldLayoutId id="2147483652" r:id="rId2"/>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jpg"/><Relationship Id="rId4" Type="http://schemas.openxmlformats.org/officeDocument/2006/relationships/image" Target="../media/image2.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 Id="rId3" Type="http://schemas.openxmlformats.org/officeDocument/2006/relationships/image" Target="../media/image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 Id="rId3" Type="http://schemas.openxmlformats.org/officeDocument/2006/relationships/image" Target="../media/image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 Id="rId3" Type="http://schemas.openxmlformats.org/officeDocument/2006/relationships/image" Target="../media/image1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Relationship Id="rId3" Type="http://schemas.openxmlformats.org/officeDocument/2006/relationships/image" Target="../media/image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1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 Id="rId3" Type="http://schemas.openxmlformats.org/officeDocument/2006/relationships/image" Target="../media/image10.png"/><Relationship Id="rId4" Type="http://schemas.openxmlformats.org/officeDocument/2006/relationships/image" Target="../media/image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1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7.xml"/><Relationship Id="rId3" Type="http://schemas.openxmlformats.org/officeDocument/2006/relationships/image" Target="../media/image1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9.xml"/><Relationship Id="rId3" Type="http://schemas.openxmlformats.org/officeDocument/2006/relationships/image" Target="../media/image1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0.xml"/><Relationship Id="rId3" Type="http://schemas.openxmlformats.org/officeDocument/2006/relationships/image" Target="../media/image1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1.xml"/><Relationship Id="rId3" Type="http://schemas.openxmlformats.org/officeDocument/2006/relationships/image" Target="../media/image4.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3.xml"/><Relationship Id="rId3" Type="http://schemas.openxmlformats.org/officeDocument/2006/relationships/image" Target="../media/image15.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4.xml"/><Relationship Id="rId3" Type="http://schemas.openxmlformats.org/officeDocument/2006/relationships/image" Target="../media/image18.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 name="Shape 67"/>
        <p:cNvGrpSpPr/>
        <p:nvPr/>
      </p:nvGrpSpPr>
      <p:grpSpPr>
        <a:xfrm>
          <a:off x="0" y="0"/>
          <a:ext cx="0" cy="0"/>
          <a:chOff x="0" y="0"/>
          <a:chExt cx="0" cy="0"/>
        </a:xfrm>
      </p:grpSpPr>
      <p:sp>
        <p:nvSpPr>
          <p:cNvPr id="68" name="Google Shape;68;p10"/>
          <p:cNvSpPr txBox="1"/>
          <p:nvPr/>
        </p:nvSpPr>
        <p:spPr>
          <a:xfrm>
            <a:off x="84137" y="6242050"/>
            <a:ext cx="587375" cy="488950"/>
          </a:xfrm>
          <a:prstGeom prst="rect">
            <a:avLst/>
          </a:prstGeom>
          <a:noFill/>
          <a:ln>
            <a:noFill/>
          </a:ln>
        </p:spPr>
        <p:txBody>
          <a:bodyPr anchorCtr="1" anchor="b" bIns="45700" lIns="91425" spcFirstLastPara="1" rIns="91425" wrap="square" tIns="45700">
            <a:noAutofit/>
          </a:bodyPr>
          <a:lstStyle/>
          <a:p>
            <a:pPr indent="0" lvl="0" marL="0" marR="0" rtl="0" algn="l">
              <a:lnSpc>
                <a:spcPct val="100000"/>
              </a:lnSpc>
              <a:spcBef>
                <a:spcPts val="0"/>
              </a:spcBef>
              <a:spcAft>
                <a:spcPts val="0"/>
              </a:spcAft>
              <a:buClr>
                <a:schemeClr val="lt1"/>
              </a:buClr>
              <a:buSzPts val="2600"/>
              <a:buFont typeface="Arial"/>
              <a:buNone/>
            </a:pPr>
            <a:fld id="{00000000-1234-1234-1234-123412341234}" type="slidenum">
              <a:rPr b="1" i="0" lang="en-US" sz="2600" u="none">
                <a:solidFill>
                  <a:schemeClr val="lt1"/>
                </a:solidFill>
                <a:latin typeface="Arial"/>
                <a:ea typeface="Arial"/>
                <a:cs typeface="Arial"/>
                <a:sym typeface="Arial"/>
              </a:rPr>
              <a:t>‹#›</a:t>
            </a:fld>
            <a:endParaRPr/>
          </a:p>
        </p:txBody>
      </p:sp>
      <p:pic>
        <p:nvPicPr>
          <p:cNvPr id="69" name="Google Shape;69;p10"/>
          <p:cNvPicPr preferRelativeResize="0"/>
          <p:nvPr/>
        </p:nvPicPr>
        <p:blipFill rotWithShape="1">
          <a:blip r:embed="rId3">
            <a:alphaModFix/>
          </a:blip>
          <a:srcRect b="0" l="0" r="0" t="0"/>
          <a:stretch/>
        </p:blipFill>
        <p:spPr>
          <a:xfrm>
            <a:off x="812800" y="0"/>
            <a:ext cx="8289925" cy="6172200"/>
          </a:xfrm>
          <a:prstGeom prst="rect">
            <a:avLst/>
          </a:prstGeom>
          <a:noFill/>
          <a:ln>
            <a:noFill/>
          </a:ln>
        </p:spPr>
      </p:pic>
      <p:pic>
        <p:nvPicPr>
          <p:cNvPr descr="C:\Users\OhioGhostWriter LLC\Documents\Bertino_PowerPoint\cover from Michelle_091514_9781305077119.jpg" id="70" name="Google Shape;70;p10"/>
          <p:cNvPicPr preferRelativeResize="0"/>
          <p:nvPr/>
        </p:nvPicPr>
        <p:blipFill rotWithShape="1">
          <a:blip r:embed="rId4">
            <a:alphaModFix/>
          </a:blip>
          <a:srcRect b="0" l="0" r="0" t="0"/>
          <a:stretch/>
        </p:blipFill>
        <p:spPr>
          <a:xfrm>
            <a:off x="2624137" y="0"/>
            <a:ext cx="4824412" cy="6172200"/>
          </a:xfrm>
          <a:prstGeom prst="rect">
            <a:avLst/>
          </a:prstGeom>
          <a:noFill/>
          <a:ln>
            <a:noFill/>
          </a:ln>
        </p:spPr>
      </p:pic>
      <p:sp>
        <p:nvSpPr>
          <p:cNvPr id="71" name="Google Shape;71;p10"/>
          <p:cNvSpPr txBox="1"/>
          <p:nvPr/>
        </p:nvSpPr>
        <p:spPr>
          <a:xfrm>
            <a:off x="5943600" y="6275387"/>
            <a:ext cx="3086100" cy="430212"/>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CC3300"/>
              </a:buClr>
              <a:buSzPts val="1100"/>
              <a:buFont typeface="Arial"/>
              <a:buNone/>
            </a:pPr>
            <a:r>
              <a:rPr b="0" i="0" lang="en-US" sz="1100" u="none">
                <a:solidFill>
                  <a:srgbClr val="CC3300"/>
                </a:solidFill>
                <a:latin typeface="Arial"/>
                <a:ea typeface="Arial"/>
                <a:cs typeface="Arial"/>
                <a:sym typeface="Arial"/>
              </a:rPr>
              <a:t>All rights Reserved </a:t>
            </a:r>
            <a:endParaRPr/>
          </a:p>
          <a:p>
            <a:pPr indent="0" lvl="0" marL="0" marR="0" rtl="0" algn="r">
              <a:lnSpc>
                <a:spcPct val="100000"/>
              </a:lnSpc>
              <a:spcBef>
                <a:spcPts val="0"/>
              </a:spcBef>
              <a:spcAft>
                <a:spcPts val="0"/>
              </a:spcAft>
              <a:buClr>
                <a:srgbClr val="CC3300"/>
              </a:buClr>
              <a:buSzPts val="1100"/>
              <a:buFont typeface="Arial"/>
              <a:buNone/>
            </a:pPr>
            <a:r>
              <a:rPr b="0" i="0" lang="en-US" sz="1100" u="none">
                <a:solidFill>
                  <a:srgbClr val="CC3300"/>
                </a:solidFill>
                <a:latin typeface="Arial"/>
                <a:ea typeface="Arial"/>
                <a:cs typeface="Arial"/>
                <a:sym typeface="Arial"/>
              </a:rPr>
              <a:t> Cengage/NGL/South-Western © 2016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 name="Shape 75"/>
        <p:cNvGrpSpPr/>
        <p:nvPr/>
      </p:nvGrpSpPr>
      <p:grpSpPr>
        <a:xfrm>
          <a:off x="0" y="0"/>
          <a:ext cx="0" cy="0"/>
          <a:chOff x="0" y="0"/>
          <a:chExt cx="0" cy="0"/>
        </a:xfrm>
      </p:grpSpPr>
      <p:sp>
        <p:nvSpPr>
          <p:cNvPr id="76" name="Google Shape;76;p11"/>
          <p:cNvSpPr/>
          <p:nvPr>
            <p:ph type="title"/>
          </p:nvPr>
        </p:nvSpPr>
        <p:spPr>
          <a:xfrm>
            <a:off x="762000" y="304800"/>
            <a:ext cx="7086600" cy="1600200"/>
          </a:xfrm>
          <a:prstGeom prst="roundRect">
            <a:avLst>
              <a:gd fmla="val 16667" name="adj"/>
            </a:avLst>
          </a:prstGeom>
          <a:noFill/>
          <a:ln>
            <a:noFill/>
          </a:ln>
        </p:spPr>
        <p:txBody>
          <a:bodyPr anchorCtr="0" anchor="b" bIns="45700" lIns="91425" spcFirstLastPara="1" rIns="91425" wrap="square" tIns="45700">
            <a:noAutofit/>
          </a:bodyPr>
          <a:lstStyle/>
          <a:p>
            <a:pPr indent="0" lvl="0" marL="0" marR="0" rtl="0" algn="l">
              <a:lnSpc>
                <a:spcPct val="90000"/>
              </a:lnSpc>
              <a:spcBef>
                <a:spcPts val="0"/>
              </a:spcBef>
              <a:spcAft>
                <a:spcPts val="0"/>
              </a:spcAft>
              <a:buClr>
                <a:srgbClr val="000000"/>
              </a:buClr>
              <a:buSzPts val="2800"/>
              <a:buFont typeface="Arial"/>
              <a:buNone/>
            </a:pPr>
            <a:br>
              <a:rPr b="1" i="1" lang="en-US" sz="2800" u="none" cap="none" strike="noStrike">
                <a:solidFill>
                  <a:srgbClr val="000000"/>
                </a:solidFill>
                <a:latin typeface="Arial"/>
                <a:ea typeface="Arial"/>
                <a:cs typeface="Arial"/>
                <a:sym typeface="Arial"/>
              </a:rPr>
            </a:br>
            <a:r>
              <a:rPr b="0" i="0" lang="en-US" sz="3600" u="none" cap="none" strike="noStrike">
                <a:solidFill>
                  <a:srgbClr val="CC3300"/>
                </a:solidFill>
                <a:latin typeface="Arial"/>
                <a:ea typeface="Arial"/>
                <a:cs typeface="Arial"/>
                <a:sym typeface="Arial"/>
              </a:rPr>
              <a:t>Chapter 6 </a:t>
            </a:r>
            <a:r>
              <a:rPr b="1" i="1" lang="en-US" sz="2800" u="none" cap="none" strike="noStrike">
                <a:solidFill>
                  <a:srgbClr val="000000"/>
                </a:solidFill>
                <a:latin typeface="Arial"/>
                <a:ea typeface="Arial"/>
                <a:cs typeface="Arial"/>
                <a:sym typeface="Arial"/>
              </a:rPr>
              <a:t>Fingerprints</a:t>
            </a:r>
            <a:br>
              <a:rPr b="0" i="0" lang="en-US" sz="2800" u="none" cap="none" strike="noStrike">
                <a:solidFill>
                  <a:srgbClr val="003366"/>
                </a:solidFill>
                <a:latin typeface="Arial"/>
                <a:ea typeface="Arial"/>
                <a:cs typeface="Arial"/>
                <a:sym typeface="Arial"/>
              </a:rPr>
            </a:br>
            <a:r>
              <a:rPr b="1" i="0" lang="en-US" sz="2000" u="none" cap="none" strike="noStrike">
                <a:solidFill>
                  <a:srgbClr val="CC3300"/>
                </a:solidFill>
                <a:latin typeface="Arial"/>
                <a:ea typeface="Arial"/>
                <a:cs typeface="Arial"/>
                <a:sym typeface="Arial"/>
              </a:rPr>
              <a:t>By the end of this chapter you will be able to:</a:t>
            </a:r>
            <a:endParaRPr/>
          </a:p>
        </p:txBody>
      </p:sp>
      <p:sp>
        <p:nvSpPr>
          <p:cNvPr id="77" name="Google Shape;77;p11"/>
          <p:cNvSpPr txBox="1"/>
          <p:nvPr>
            <p:ph idx="1" type="body"/>
          </p:nvPr>
        </p:nvSpPr>
        <p:spPr>
          <a:xfrm>
            <a:off x="838200" y="2438400"/>
            <a:ext cx="7693025" cy="3724275"/>
          </a:xfrm>
          <a:prstGeom prst="rect">
            <a:avLst/>
          </a:prstGeom>
          <a:noFill/>
          <a:ln>
            <a:noFill/>
          </a:ln>
        </p:spPr>
        <p:txBody>
          <a:bodyPr anchorCtr="0" anchor="t" bIns="45700" lIns="91425" spcFirstLastPara="1" rIns="91425" wrap="square" tIns="45700">
            <a:noAutofit/>
          </a:bodyPr>
          <a:lstStyle/>
          <a:p>
            <a:pPr indent="0" lvl="0" marL="0" marR="0" rtl="0" algn="l">
              <a:lnSpc>
                <a:spcPct val="85000"/>
              </a:lnSpc>
              <a:spcBef>
                <a:spcPts val="0"/>
              </a:spcBef>
              <a:spcAft>
                <a:spcPts val="0"/>
              </a:spcAft>
              <a:buClr>
                <a:srgbClr val="EBB839"/>
              </a:buClr>
              <a:buSzPts val="1680"/>
              <a:buFont typeface="Arial"/>
              <a:buNone/>
            </a:pPr>
            <a:r>
              <a:rPr b="1" i="0" lang="en-US" sz="2800" u="none" cap="none" strike="noStrike">
                <a:solidFill>
                  <a:srgbClr val="EBB839"/>
                </a:solidFill>
                <a:latin typeface="Arial"/>
                <a:ea typeface="Arial"/>
                <a:cs typeface="Arial"/>
                <a:sym typeface="Arial"/>
              </a:rPr>
              <a:t>6.1</a:t>
            </a:r>
            <a:r>
              <a:rPr b="1" i="0" lang="en-US" sz="2800" u="none" cap="none" strike="noStrike">
                <a:solidFill>
                  <a:srgbClr val="005E5C"/>
                </a:solidFill>
                <a:latin typeface="Arial"/>
                <a:ea typeface="Arial"/>
                <a:cs typeface="Arial"/>
                <a:sym typeface="Arial"/>
              </a:rPr>
              <a:t> </a:t>
            </a:r>
            <a:r>
              <a:rPr b="0" i="0" lang="en-US" sz="2800" u="none" cap="none" strike="noStrike">
                <a:solidFill>
                  <a:srgbClr val="005E5C"/>
                </a:solidFill>
                <a:latin typeface="Arial"/>
                <a:ea typeface="Arial"/>
                <a:cs typeface="Arial"/>
                <a:sym typeface="Arial"/>
              </a:rPr>
              <a:t>Outline the history of fingerprinting.</a:t>
            </a:r>
            <a:endParaRPr/>
          </a:p>
          <a:p>
            <a:pPr indent="0" lvl="0" marL="0" marR="0" rtl="0" algn="l">
              <a:lnSpc>
                <a:spcPct val="85000"/>
              </a:lnSpc>
              <a:spcBef>
                <a:spcPts val="980"/>
              </a:spcBef>
              <a:spcAft>
                <a:spcPts val="0"/>
              </a:spcAft>
              <a:buClr>
                <a:srgbClr val="EBB839"/>
              </a:buClr>
              <a:buSzPts val="1680"/>
              <a:buFont typeface="Arial"/>
              <a:buNone/>
            </a:pPr>
            <a:r>
              <a:rPr b="1" i="0" lang="en-US" sz="2800" u="none" cap="none" strike="noStrike">
                <a:solidFill>
                  <a:srgbClr val="EBB839"/>
                </a:solidFill>
                <a:latin typeface="Arial"/>
                <a:ea typeface="Arial"/>
                <a:cs typeface="Arial"/>
                <a:sym typeface="Arial"/>
              </a:rPr>
              <a:t>6.2</a:t>
            </a:r>
            <a:r>
              <a:rPr b="0" i="0" lang="en-US" sz="2800" u="none" cap="none" strike="noStrike">
                <a:solidFill>
                  <a:srgbClr val="005E5C"/>
                </a:solidFill>
                <a:latin typeface="Arial"/>
                <a:ea typeface="Arial"/>
                <a:cs typeface="Arial"/>
                <a:sym typeface="Arial"/>
              </a:rPr>
              <a:t> Describe the characteristics of fingerprints.</a:t>
            </a:r>
            <a:endParaRPr/>
          </a:p>
          <a:p>
            <a:pPr indent="0" lvl="0" marL="0" marR="0" rtl="0" algn="l">
              <a:lnSpc>
                <a:spcPct val="85000"/>
              </a:lnSpc>
              <a:spcBef>
                <a:spcPts val="980"/>
              </a:spcBef>
              <a:spcAft>
                <a:spcPts val="0"/>
              </a:spcAft>
              <a:buClr>
                <a:srgbClr val="EBB839"/>
              </a:buClr>
              <a:buSzPts val="1680"/>
              <a:buFont typeface="Arial"/>
              <a:buNone/>
            </a:pPr>
            <a:r>
              <a:rPr b="1" i="0" lang="en-US" sz="2800" u="none" cap="none" strike="noStrike">
                <a:solidFill>
                  <a:srgbClr val="EBB839"/>
                </a:solidFill>
                <a:latin typeface="Arial"/>
                <a:ea typeface="Arial"/>
                <a:cs typeface="Arial"/>
                <a:sym typeface="Arial"/>
              </a:rPr>
              <a:t>6.3 </a:t>
            </a:r>
            <a:r>
              <a:rPr b="0" i="0" lang="en-US" sz="2800" u="none" cap="none" strike="noStrike">
                <a:solidFill>
                  <a:srgbClr val="005E5C"/>
                </a:solidFill>
                <a:latin typeface="Arial"/>
                <a:ea typeface="Arial"/>
                <a:cs typeface="Arial"/>
                <a:sym typeface="Arial"/>
              </a:rPr>
              <a:t>Compare and contrast the basic types of fingerprints.</a:t>
            </a:r>
            <a:endParaRPr/>
          </a:p>
          <a:p>
            <a:pPr indent="0" lvl="0" marL="0" marR="0" rtl="0" algn="l">
              <a:lnSpc>
                <a:spcPct val="85000"/>
              </a:lnSpc>
              <a:spcBef>
                <a:spcPts val="980"/>
              </a:spcBef>
              <a:spcAft>
                <a:spcPts val="0"/>
              </a:spcAft>
              <a:buClr>
                <a:srgbClr val="EBB839"/>
              </a:buClr>
              <a:buSzPts val="1680"/>
              <a:buFont typeface="Arial"/>
              <a:buNone/>
            </a:pPr>
            <a:r>
              <a:rPr b="1" i="0" lang="en-US" sz="2800" u="none" cap="none" strike="noStrike">
                <a:solidFill>
                  <a:srgbClr val="EBB839"/>
                </a:solidFill>
                <a:latin typeface="Arial"/>
                <a:ea typeface="Arial"/>
                <a:cs typeface="Arial"/>
                <a:sym typeface="Arial"/>
              </a:rPr>
              <a:t>6.4</a:t>
            </a:r>
            <a:r>
              <a:rPr b="0" i="0" lang="en-US" sz="2800" u="none" cap="none" strike="noStrike">
                <a:solidFill>
                  <a:srgbClr val="005E5C"/>
                </a:solidFill>
                <a:latin typeface="Arial"/>
                <a:ea typeface="Arial"/>
                <a:cs typeface="Arial"/>
                <a:sym typeface="Arial"/>
              </a:rPr>
              <a:t> Describe how criminals attempt to alter their fingerprints.</a:t>
            </a:r>
            <a:endParaRPr/>
          </a:p>
          <a:p>
            <a:pPr indent="0" lvl="0" marL="0" marR="0" rtl="0" algn="l">
              <a:lnSpc>
                <a:spcPct val="85000"/>
              </a:lnSpc>
              <a:spcBef>
                <a:spcPts val="980"/>
              </a:spcBef>
              <a:spcAft>
                <a:spcPts val="0"/>
              </a:spcAft>
              <a:buClr>
                <a:srgbClr val="EBB839"/>
              </a:buClr>
              <a:buSzPts val="1680"/>
              <a:buFont typeface="Arial"/>
              <a:buNone/>
            </a:pPr>
            <a:r>
              <a:rPr b="1" i="0" lang="en-US" sz="2800" u="none" cap="none" strike="noStrike">
                <a:solidFill>
                  <a:srgbClr val="EBB839"/>
                </a:solidFill>
                <a:latin typeface="Arial"/>
                <a:ea typeface="Arial"/>
                <a:cs typeface="Arial"/>
                <a:sym typeface="Arial"/>
              </a:rPr>
              <a:t>6.5</a:t>
            </a:r>
            <a:r>
              <a:rPr b="0" i="0" lang="en-US" sz="2800" u="none" cap="none" strike="noStrike">
                <a:solidFill>
                  <a:srgbClr val="005E5C"/>
                </a:solidFill>
                <a:latin typeface="Arial"/>
                <a:ea typeface="Arial"/>
                <a:cs typeface="Arial"/>
                <a:sym typeface="Arial"/>
              </a:rPr>
              <a:t> Present and refute arguments that question fingerprint evidence reliability.</a:t>
            </a:r>
            <a:endParaRPr/>
          </a:p>
          <a:p>
            <a:pPr indent="0" lvl="0" marL="0" marR="0" rtl="0" algn="l">
              <a:lnSpc>
                <a:spcPct val="85000"/>
              </a:lnSpc>
              <a:spcBef>
                <a:spcPts val="980"/>
              </a:spcBef>
              <a:spcAft>
                <a:spcPts val="0"/>
              </a:spcAft>
              <a:buClr>
                <a:srgbClr val="EBB839"/>
              </a:buClr>
              <a:buSzPts val="1680"/>
              <a:buFont typeface="Arial"/>
              <a:buNone/>
            </a:pPr>
            <a:r>
              <a:rPr b="1" i="0" lang="en-US" sz="2800" u="none" cap="none" strike="noStrike">
                <a:solidFill>
                  <a:srgbClr val="EBB839"/>
                </a:solidFill>
                <a:latin typeface="Arial"/>
                <a:ea typeface="Arial"/>
                <a:cs typeface="Arial"/>
                <a:sym typeface="Arial"/>
              </a:rPr>
              <a:t> </a:t>
            </a:r>
            <a:endParaRPr/>
          </a:p>
        </p:txBody>
      </p:sp>
      <p:sp>
        <p:nvSpPr>
          <p:cNvPr id="78" name="Google Shape;78;p11"/>
          <p:cNvSpPr txBox="1"/>
          <p:nvPr/>
        </p:nvSpPr>
        <p:spPr>
          <a:xfrm>
            <a:off x="84137" y="6242050"/>
            <a:ext cx="587375" cy="488950"/>
          </a:xfrm>
          <a:prstGeom prst="rect">
            <a:avLst/>
          </a:prstGeom>
          <a:noFill/>
          <a:ln>
            <a:noFill/>
          </a:ln>
        </p:spPr>
        <p:txBody>
          <a:bodyPr anchorCtr="1" anchor="b" bIns="45700" lIns="91425" spcFirstLastPara="1" rIns="91425" wrap="square" tIns="45700">
            <a:noAutofit/>
          </a:bodyPr>
          <a:lstStyle/>
          <a:p>
            <a:pPr indent="0" lvl="0" marL="0" marR="0" rtl="0" algn="l">
              <a:lnSpc>
                <a:spcPct val="100000"/>
              </a:lnSpc>
              <a:spcBef>
                <a:spcPts val="0"/>
              </a:spcBef>
              <a:spcAft>
                <a:spcPts val="0"/>
              </a:spcAft>
              <a:buClr>
                <a:schemeClr val="lt1"/>
              </a:buClr>
              <a:buSzPts val="2600"/>
              <a:buFont typeface="Arial"/>
              <a:buNone/>
            </a:pPr>
            <a:fld id="{00000000-1234-1234-1234-123412341234}" type="slidenum">
              <a:rPr b="1" i="0" lang="en-US" sz="2600" u="none">
                <a:solidFill>
                  <a:schemeClr val="lt1"/>
                </a:solidFill>
                <a:latin typeface="Arial"/>
                <a:ea typeface="Arial"/>
                <a:cs typeface="Arial"/>
                <a:sym typeface="Arial"/>
              </a:rPr>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 name="Shape 82"/>
        <p:cNvGrpSpPr/>
        <p:nvPr/>
      </p:nvGrpSpPr>
      <p:grpSpPr>
        <a:xfrm>
          <a:off x="0" y="0"/>
          <a:ext cx="0" cy="0"/>
          <a:chOff x="0" y="0"/>
          <a:chExt cx="0" cy="0"/>
        </a:xfrm>
      </p:grpSpPr>
      <p:sp>
        <p:nvSpPr>
          <p:cNvPr id="83" name="Google Shape;83;p12"/>
          <p:cNvSpPr/>
          <p:nvPr>
            <p:ph type="title"/>
          </p:nvPr>
        </p:nvSpPr>
        <p:spPr>
          <a:xfrm>
            <a:off x="762000" y="304800"/>
            <a:ext cx="7086600" cy="1600200"/>
          </a:xfrm>
          <a:prstGeom prst="roundRect">
            <a:avLst>
              <a:gd fmla="val 16667" name="adj"/>
            </a:avLst>
          </a:prstGeom>
          <a:noFill/>
          <a:ln>
            <a:noFill/>
          </a:ln>
        </p:spPr>
        <p:txBody>
          <a:bodyPr anchorCtr="0" anchor="b" bIns="45700" lIns="91425" spcFirstLastPara="1" rIns="91425" wrap="square" tIns="45700">
            <a:noAutofit/>
          </a:bodyPr>
          <a:lstStyle/>
          <a:p>
            <a:pPr indent="0" lvl="0" marL="0" marR="0" rtl="0" algn="l">
              <a:lnSpc>
                <a:spcPct val="90000"/>
              </a:lnSpc>
              <a:spcBef>
                <a:spcPts val="0"/>
              </a:spcBef>
              <a:spcAft>
                <a:spcPts val="0"/>
              </a:spcAft>
              <a:buClr>
                <a:srgbClr val="000000"/>
              </a:buClr>
              <a:buSzPts val="2800"/>
              <a:buFont typeface="Arial"/>
              <a:buNone/>
            </a:pPr>
            <a:br>
              <a:rPr b="1" i="1" lang="en-US" sz="2800" u="none" cap="none" strike="noStrike">
                <a:solidFill>
                  <a:srgbClr val="000000"/>
                </a:solidFill>
                <a:latin typeface="Arial"/>
                <a:ea typeface="Arial"/>
                <a:cs typeface="Arial"/>
                <a:sym typeface="Arial"/>
              </a:rPr>
            </a:br>
            <a:r>
              <a:rPr b="0" i="0" lang="en-US" sz="3600" u="none" cap="none" strike="noStrike">
                <a:solidFill>
                  <a:srgbClr val="CC3300"/>
                </a:solidFill>
                <a:latin typeface="Arial"/>
                <a:ea typeface="Arial"/>
                <a:cs typeface="Arial"/>
                <a:sym typeface="Arial"/>
              </a:rPr>
              <a:t>Chapter 6 </a:t>
            </a:r>
            <a:r>
              <a:rPr b="1" i="1" lang="en-US" sz="2800" u="none" cap="none" strike="noStrike">
                <a:solidFill>
                  <a:srgbClr val="000000"/>
                </a:solidFill>
                <a:latin typeface="Arial"/>
                <a:ea typeface="Arial"/>
                <a:cs typeface="Arial"/>
                <a:sym typeface="Arial"/>
              </a:rPr>
              <a:t>Fingerprints</a:t>
            </a:r>
            <a:br>
              <a:rPr b="0" i="0" lang="en-US" sz="2800" u="none" cap="none" strike="noStrike">
                <a:solidFill>
                  <a:srgbClr val="003366"/>
                </a:solidFill>
                <a:latin typeface="Arial"/>
                <a:ea typeface="Arial"/>
                <a:cs typeface="Arial"/>
                <a:sym typeface="Arial"/>
              </a:rPr>
            </a:br>
            <a:r>
              <a:rPr b="1" i="0" lang="en-US" sz="2000" u="none" cap="none" strike="noStrike">
                <a:solidFill>
                  <a:srgbClr val="CC3300"/>
                </a:solidFill>
                <a:latin typeface="Arial"/>
                <a:ea typeface="Arial"/>
                <a:cs typeface="Arial"/>
                <a:sym typeface="Arial"/>
              </a:rPr>
              <a:t>By the end of this chapter you will be able to:</a:t>
            </a:r>
            <a:endParaRPr/>
          </a:p>
        </p:txBody>
      </p:sp>
      <p:sp>
        <p:nvSpPr>
          <p:cNvPr id="84" name="Google Shape;84;p12"/>
          <p:cNvSpPr txBox="1"/>
          <p:nvPr>
            <p:ph idx="1" type="body"/>
          </p:nvPr>
        </p:nvSpPr>
        <p:spPr>
          <a:xfrm>
            <a:off x="838200" y="2438400"/>
            <a:ext cx="7693025" cy="3724275"/>
          </a:xfrm>
          <a:prstGeom prst="rect">
            <a:avLst/>
          </a:prstGeom>
          <a:noFill/>
          <a:ln>
            <a:noFill/>
          </a:ln>
        </p:spPr>
        <p:txBody>
          <a:bodyPr anchorCtr="0" anchor="t" bIns="45700" lIns="91425" spcFirstLastPara="1" rIns="91425" wrap="square" tIns="45700">
            <a:noAutofit/>
          </a:bodyPr>
          <a:lstStyle/>
          <a:p>
            <a:pPr indent="0" lvl="0" marL="0" marR="0" rtl="0" algn="l">
              <a:lnSpc>
                <a:spcPct val="85000"/>
              </a:lnSpc>
              <a:spcBef>
                <a:spcPts val="0"/>
              </a:spcBef>
              <a:spcAft>
                <a:spcPts val="0"/>
              </a:spcAft>
              <a:buClr>
                <a:srgbClr val="EBB839"/>
              </a:buClr>
              <a:buSzPts val="1560"/>
              <a:buFont typeface="Arial"/>
              <a:buNone/>
            </a:pPr>
            <a:r>
              <a:rPr b="1" i="0" lang="en-US" sz="2600" u="none" cap="none" strike="noStrike">
                <a:solidFill>
                  <a:srgbClr val="EBB839"/>
                </a:solidFill>
                <a:latin typeface="Arial"/>
                <a:ea typeface="Arial"/>
                <a:cs typeface="Arial"/>
                <a:sym typeface="Arial"/>
              </a:rPr>
              <a:t>6.6</a:t>
            </a:r>
            <a:r>
              <a:rPr b="1" i="0" lang="en-US" sz="2600" u="none" cap="none" strike="noStrike">
                <a:solidFill>
                  <a:srgbClr val="005E5C"/>
                </a:solidFill>
                <a:latin typeface="Arial"/>
                <a:ea typeface="Arial"/>
                <a:cs typeface="Arial"/>
                <a:sym typeface="Arial"/>
              </a:rPr>
              <a:t> </a:t>
            </a:r>
            <a:r>
              <a:rPr b="0" i="0" lang="en-US" sz="2600" u="none" cap="none" strike="noStrike">
                <a:solidFill>
                  <a:srgbClr val="005E5C"/>
                </a:solidFill>
                <a:latin typeface="Arial"/>
                <a:ea typeface="Arial"/>
                <a:cs typeface="Arial"/>
                <a:sym typeface="Arial"/>
              </a:rPr>
              <a:t> Summarize the proper procedures for collecting fingerprint evidence.</a:t>
            </a:r>
            <a:endParaRPr/>
          </a:p>
          <a:p>
            <a:pPr indent="0" lvl="0" marL="0" marR="0" rtl="0" algn="l">
              <a:lnSpc>
                <a:spcPct val="85000"/>
              </a:lnSpc>
              <a:spcBef>
                <a:spcPts val="910"/>
              </a:spcBef>
              <a:spcAft>
                <a:spcPts val="0"/>
              </a:spcAft>
              <a:buClr>
                <a:srgbClr val="EBB839"/>
              </a:buClr>
              <a:buSzPts val="1560"/>
              <a:buFont typeface="Arial"/>
              <a:buNone/>
            </a:pPr>
            <a:r>
              <a:rPr b="1" i="0" lang="en-US" sz="2600" u="none" cap="none" strike="noStrike">
                <a:solidFill>
                  <a:srgbClr val="EBB839"/>
                </a:solidFill>
                <a:latin typeface="Arial"/>
                <a:ea typeface="Arial"/>
                <a:cs typeface="Arial"/>
                <a:sym typeface="Arial"/>
              </a:rPr>
              <a:t>6.7</a:t>
            </a:r>
            <a:r>
              <a:rPr b="0" i="0" lang="en-US" sz="2600" u="none" cap="none" strike="noStrike">
                <a:solidFill>
                  <a:srgbClr val="005E5C"/>
                </a:solidFill>
                <a:latin typeface="Arial"/>
                <a:ea typeface="Arial"/>
                <a:cs typeface="Arial"/>
                <a:sym typeface="Arial"/>
              </a:rPr>
              <a:t> Describe the latest identification technologies.</a:t>
            </a:r>
            <a:endParaRPr/>
          </a:p>
          <a:p>
            <a:pPr indent="0" lvl="0" marL="0" marR="0" rtl="0" algn="l">
              <a:lnSpc>
                <a:spcPct val="85000"/>
              </a:lnSpc>
              <a:spcBef>
                <a:spcPts val="910"/>
              </a:spcBef>
              <a:spcAft>
                <a:spcPts val="0"/>
              </a:spcAft>
              <a:buClr>
                <a:srgbClr val="EBB839"/>
              </a:buClr>
              <a:buSzPts val="1560"/>
              <a:buFont typeface="Arial"/>
              <a:buNone/>
            </a:pPr>
            <a:r>
              <a:rPr b="1" i="0" lang="en-US" sz="2600" u="none" cap="none" strike="noStrike">
                <a:solidFill>
                  <a:srgbClr val="EBB839"/>
                </a:solidFill>
                <a:latin typeface="Arial"/>
                <a:ea typeface="Arial"/>
                <a:cs typeface="Arial"/>
                <a:sym typeface="Arial"/>
              </a:rPr>
              <a:t>6.8</a:t>
            </a:r>
            <a:r>
              <a:rPr b="0" i="0" lang="en-US" sz="2600" u="none" cap="none" strike="noStrike">
                <a:solidFill>
                  <a:srgbClr val="005E5C"/>
                </a:solidFill>
                <a:latin typeface="Arial"/>
                <a:ea typeface="Arial"/>
                <a:cs typeface="Arial"/>
                <a:sym typeface="Arial"/>
              </a:rPr>
              <a:t> Determine if a fingerprint is consistent with a fingerprint on record.</a:t>
            </a:r>
            <a:endParaRPr/>
          </a:p>
          <a:p>
            <a:pPr indent="0" lvl="0" marL="0" marR="0" rtl="0" algn="l">
              <a:lnSpc>
                <a:spcPct val="85000"/>
              </a:lnSpc>
              <a:spcBef>
                <a:spcPts val="910"/>
              </a:spcBef>
              <a:spcAft>
                <a:spcPts val="0"/>
              </a:spcAft>
              <a:buClr>
                <a:srgbClr val="EBB839"/>
              </a:buClr>
              <a:buSzPts val="1560"/>
              <a:buFont typeface="Arial"/>
              <a:buNone/>
            </a:pPr>
            <a:r>
              <a:rPr b="1" i="0" lang="en-US" sz="2600" u="none" cap="none" strike="noStrike">
                <a:solidFill>
                  <a:srgbClr val="EBB839"/>
                </a:solidFill>
                <a:latin typeface="Arial"/>
                <a:ea typeface="Arial"/>
                <a:cs typeface="Arial"/>
                <a:sym typeface="Arial"/>
              </a:rPr>
              <a:t>6.9</a:t>
            </a:r>
            <a:r>
              <a:rPr b="0" i="0" lang="en-US" sz="2600" u="none" cap="none" strike="noStrike">
                <a:solidFill>
                  <a:srgbClr val="005E5C"/>
                </a:solidFill>
                <a:latin typeface="Arial"/>
                <a:ea typeface="Arial"/>
                <a:cs typeface="Arial"/>
                <a:sym typeface="Arial"/>
              </a:rPr>
              <a:t> Lift a latent print.</a:t>
            </a:r>
            <a:endParaRPr/>
          </a:p>
          <a:p>
            <a:pPr indent="0" lvl="0" marL="0" marR="0" rtl="0" algn="l">
              <a:lnSpc>
                <a:spcPct val="85000"/>
              </a:lnSpc>
              <a:spcBef>
                <a:spcPts val="980"/>
              </a:spcBef>
              <a:spcAft>
                <a:spcPts val="0"/>
              </a:spcAft>
              <a:buClr>
                <a:srgbClr val="EBB839"/>
              </a:buClr>
              <a:buSzPts val="1560"/>
              <a:buFont typeface="Arial"/>
              <a:buNone/>
            </a:pPr>
            <a:r>
              <a:rPr b="1" i="0" lang="en-US" sz="2600" u="none" cap="none" strike="noStrike">
                <a:solidFill>
                  <a:srgbClr val="EBB839"/>
                </a:solidFill>
                <a:latin typeface="Arial"/>
                <a:ea typeface="Arial"/>
                <a:cs typeface="Arial"/>
                <a:sym typeface="Arial"/>
              </a:rPr>
              <a:t>6.10</a:t>
            </a:r>
            <a:r>
              <a:rPr b="0" i="0" lang="en-US" sz="2600" u="none" cap="none" strike="noStrike">
                <a:solidFill>
                  <a:srgbClr val="005E5C"/>
                </a:solidFill>
                <a:latin typeface="Arial"/>
                <a:ea typeface="Arial"/>
                <a:cs typeface="Arial"/>
                <a:sym typeface="Arial"/>
              </a:rPr>
              <a:t> Prepare a ten card and analyze the ridge patterns of the prints</a:t>
            </a:r>
            <a:r>
              <a:rPr b="0" i="0" lang="en-US" sz="2800" u="none" cap="none" strike="noStrike">
                <a:solidFill>
                  <a:srgbClr val="005E5C"/>
                </a:solidFill>
                <a:latin typeface="Arial"/>
                <a:ea typeface="Arial"/>
                <a:cs typeface="Arial"/>
                <a:sym typeface="Arial"/>
              </a:rPr>
              <a:t>.</a:t>
            </a:r>
            <a:endParaRPr/>
          </a:p>
        </p:txBody>
      </p:sp>
      <p:sp>
        <p:nvSpPr>
          <p:cNvPr id="85" name="Google Shape;85;p12"/>
          <p:cNvSpPr txBox="1"/>
          <p:nvPr/>
        </p:nvSpPr>
        <p:spPr>
          <a:xfrm>
            <a:off x="84137" y="6242050"/>
            <a:ext cx="587375" cy="488950"/>
          </a:xfrm>
          <a:prstGeom prst="rect">
            <a:avLst/>
          </a:prstGeom>
          <a:noFill/>
          <a:ln>
            <a:noFill/>
          </a:ln>
        </p:spPr>
        <p:txBody>
          <a:bodyPr anchorCtr="1" anchor="b" bIns="45700" lIns="91425" spcFirstLastPara="1" rIns="91425" wrap="square" tIns="45700">
            <a:noAutofit/>
          </a:bodyPr>
          <a:lstStyle/>
          <a:p>
            <a:pPr indent="0" lvl="0" marL="0" marR="0" rtl="0" algn="l">
              <a:lnSpc>
                <a:spcPct val="100000"/>
              </a:lnSpc>
              <a:spcBef>
                <a:spcPts val="0"/>
              </a:spcBef>
              <a:spcAft>
                <a:spcPts val="0"/>
              </a:spcAft>
              <a:buClr>
                <a:schemeClr val="lt1"/>
              </a:buClr>
              <a:buSzPts val="2600"/>
              <a:buFont typeface="Arial"/>
              <a:buNone/>
            </a:pPr>
            <a:fld id="{00000000-1234-1234-1234-123412341234}" type="slidenum">
              <a:rPr b="1" i="0" lang="en-US" sz="2600" u="none">
                <a:solidFill>
                  <a:schemeClr val="lt1"/>
                </a:solidFill>
                <a:latin typeface="Arial"/>
                <a:ea typeface="Arial"/>
                <a:cs typeface="Arial"/>
                <a:sym typeface="Arial"/>
              </a:rPr>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13"/>
          <p:cNvSpPr txBox="1"/>
          <p:nvPr>
            <p:ph idx="1" type="body"/>
          </p:nvPr>
        </p:nvSpPr>
        <p:spPr>
          <a:xfrm>
            <a:off x="838200" y="2438400"/>
            <a:ext cx="3733800" cy="3724275"/>
          </a:xfrm>
          <a:prstGeom prst="rect">
            <a:avLst/>
          </a:prstGeom>
          <a:noFill/>
          <a:ln>
            <a:noFill/>
          </a:ln>
        </p:spPr>
        <p:txBody>
          <a:bodyPr anchorCtr="0" anchor="t" bIns="45700" lIns="91425" spcFirstLastPara="1" rIns="91425" wrap="square" tIns="45700">
            <a:noAutofit/>
          </a:bodyPr>
          <a:lstStyle/>
          <a:p>
            <a:pPr indent="-342900" lvl="0" marL="342900" marR="0" rtl="0" algn="l">
              <a:lnSpc>
                <a:spcPct val="85000"/>
              </a:lnSpc>
              <a:spcBef>
                <a:spcPts val="0"/>
              </a:spcBef>
              <a:spcAft>
                <a:spcPts val="0"/>
              </a:spcAft>
              <a:buClr>
                <a:srgbClr val="EBB839"/>
              </a:buClr>
              <a:buSzPts val="1440"/>
              <a:buFont typeface="Arial"/>
              <a:buChar char="o"/>
            </a:pPr>
            <a:r>
              <a:rPr b="0" i="0" lang="en-US" sz="2400" u="none" cap="none" strike="noStrike">
                <a:solidFill>
                  <a:srgbClr val="005E5C"/>
                </a:solidFill>
                <a:latin typeface="Arial"/>
                <a:ea typeface="Arial"/>
                <a:cs typeface="Arial"/>
                <a:sym typeface="Arial"/>
              </a:rPr>
              <a:t>arch</a:t>
            </a:r>
            <a:endParaRPr/>
          </a:p>
          <a:p>
            <a:pPr indent="-342900" lvl="0" marL="342900" marR="0" rtl="0" algn="l">
              <a:lnSpc>
                <a:spcPct val="85000"/>
              </a:lnSpc>
              <a:spcBef>
                <a:spcPts val="840"/>
              </a:spcBef>
              <a:spcAft>
                <a:spcPts val="0"/>
              </a:spcAft>
              <a:buClr>
                <a:srgbClr val="EBB839"/>
              </a:buClr>
              <a:buSzPts val="1440"/>
              <a:buFont typeface="Arial"/>
              <a:buChar char="o"/>
            </a:pPr>
            <a:r>
              <a:rPr b="0" i="0" lang="en-US" sz="2400" u="none" cap="none" strike="noStrike">
                <a:solidFill>
                  <a:srgbClr val="005E5C"/>
                </a:solidFill>
                <a:latin typeface="Arial"/>
                <a:ea typeface="Arial"/>
                <a:cs typeface="Arial"/>
                <a:sym typeface="Arial"/>
              </a:rPr>
              <a:t>core</a:t>
            </a:r>
            <a:endParaRPr/>
          </a:p>
          <a:p>
            <a:pPr indent="-342900" lvl="0" marL="342900" marR="0" rtl="0" algn="l">
              <a:lnSpc>
                <a:spcPct val="85000"/>
              </a:lnSpc>
              <a:spcBef>
                <a:spcPts val="840"/>
              </a:spcBef>
              <a:spcAft>
                <a:spcPts val="0"/>
              </a:spcAft>
              <a:buClr>
                <a:srgbClr val="EBB839"/>
              </a:buClr>
              <a:buSzPts val="1440"/>
              <a:buFont typeface="Arial"/>
              <a:buChar char="o"/>
            </a:pPr>
            <a:r>
              <a:rPr b="0" i="0" lang="en-US" sz="2400" u="none" cap="none" strike="noStrike">
                <a:solidFill>
                  <a:srgbClr val="005E5C"/>
                </a:solidFill>
                <a:latin typeface="Arial"/>
                <a:ea typeface="Arial"/>
                <a:cs typeface="Arial"/>
                <a:sym typeface="Arial"/>
              </a:rPr>
              <a:t>delta</a:t>
            </a:r>
            <a:endParaRPr/>
          </a:p>
          <a:p>
            <a:pPr indent="-342900" lvl="0" marL="342900" marR="0" rtl="0" algn="l">
              <a:lnSpc>
                <a:spcPct val="85000"/>
              </a:lnSpc>
              <a:spcBef>
                <a:spcPts val="840"/>
              </a:spcBef>
              <a:spcAft>
                <a:spcPts val="0"/>
              </a:spcAft>
              <a:buClr>
                <a:srgbClr val="EBB839"/>
              </a:buClr>
              <a:buSzPts val="1440"/>
              <a:buFont typeface="Arial"/>
              <a:buChar char="o"/>
            </a:pPr>
            <a:r>
              <a:rPr b="0" i="0" lang="en-US" sz="2400" u="none" cap="none" strike="noStrike">
                <a:solidFill>
                  <a:srgbClr val="005E5C"/>
                </a:solidFill>
                <a:latin typeface="Arial"/>
                <a:ea typeface="Arial"/>
                <a:cs typeface="Arial"/>
                <a:sym typeface="Arial"/>
              </a:rPr>
              <a:t>fingerprint</a:t>
            </a:r>
            <a:endParaRPr/>
          </a:p>
          <a:p>
            <a:pPr indent="-342900" lvl="0" marL="342900" marR="0" rtl="0" algn="l">
              <a:lnSpc>
                <a:spcPct val="85000"/>
              </a:lnSpc>
              <a:spcBef>
                <a:spcPts val="840"/>
              </a:spcBef>
              <a:spcAft>
                <a:spcPts val="0"/>
              </a:spcAft>
              <a:buClr>
                <a:srgbClr val="EBB839"/>
              </a:buClr>
              <a:buSzPts val="1440"/>
              <a:buFont typeface="Arial"/>
              <a:buChar char="o"/>
            </a:pPr>
            <a:r>
              <a:rPr b="0" i="0" lang="en-US" sz="2400" u="none" cap="none" strike="noStrike">
                <a:solidFill>
                  <a:srgbClr val="005E5C"/>
                </a:solidFill>
                <a:latin typeface="Arial"/>
                <a:ea typeface="Arial"/>
                <a:cs typeface="Arial"/>
                <a:sym typeface="Arial"/>
              </a:rPr>
              <a:t>IAFIS (Integrated Automated Fingerprint Identification System)</a:t>
            </a:r>
            <a:endParaRPr/>
          </a:p>
          <a:p>
            <a:pPr indent="-342900" lvl="0" marL="342900" marR="0" rtl="0" algn="l">
              <a:lnSpc>
                <a:spcPct val="85000"/>
              </a:lnSpc>
              <a:spcBef>
                <a:spcPts val="840"/>
              </a:spcBef>
              <a:spcAft>
                <a:spcPts val="0"/>
              </a:spcAft>
              <a:buClr>
                <a:srgbClr val="EBB839"/>
              </a:buClr>
              <a:buSzPts val="1440"/>
              <a:buFont typeface="Arial"/>
              <a:buChar char="o"/>
            </a:pPr>
            <a:r>
              <a:rPr b="0" i="0" lang="en-US" sz="2400" u="none" cap="none" strike="noStrike">
                <a:solidFill>
                  <a:srgbClr val="005E5C"/>
                </a:solidFill>
                <a:latin typeface="Arial"/>
                <a:ea typeface="Arial"/>
                <a:cs typeface="Arial"/>
                <a:sym typeface="Arial"/>
              </a:rPr>
              <a:t>latent fingerprint</a:t>
            </a:r>
            <a:endParaRPr/>
          </a:p>
          <a:p>
            <a:pPr indent="-342900" lvl="0" marL="342900" marR="0" rtl="0" algn="l">
              <a:lnSpc>
                <a:spcPct val="85000"/>
              </a:lnSpc>
              <a:spcBef>
                <a:spcPts val="840"/>
              </a:spcBef>
              <a:spcAft>
                <a:spcPts val="0"/>
              </a:spcAft>
              <a:buClr>
                <a:srgbClr val="EBB839"/>
              </a:buClr>
              <a:buSzPts val="1440"/>
              <a:buFont typeface="Arial"/>
              <a:buChar char="o"/>
            </a:pPr>
            <a:r>
              <a:rPr b="0" i="0" lang="en-US" sz="2400" u="none" cap="none" strike="noStrike">
                <a:solidFill>
                  <a:srgbClr val="005E5C"/>
                </a:solidFill>
                <a:latin typeface="Arial"/>
                <a:ea typeface="Arial"/>
                <a:cs typeface="Arial"/>
                <a:sym typeface="Arial"/>
              </a:rPr>
              <a:t>loop</a:t>
            </a:r>
            <a:endParaRPr/>
          </a:p>
        </p:txBody>
      </p:sp>
      <p:sp>
        <p:nvSpPr>
          <p:cNvPr id="91" name="Google Shape;91;p13"/>
          <p:cNvSpPr txBox="1"/>
          <p:nvPr/>
        </p:nvSpPr>
        <p:spPr>
          <a:xfrm>
            <a:off x="84137" y="6242050"/>
            <a:ext cx="587375" cy="488950"/>
          </a:xfrm>
          <a:prstGeom prst="rect">
            <a:avLst/>
          </a:prstGeom>
          <a:noFill/>
          <a:ln>
            <a:noFill/>
          </a:ln>
        </p:spPr>
        <p:txBody>
          <a:bodyPr anchorCtr="1" anchor="b" bIns="45700" lIns="91425" spcFirstLastPara="1" rIns="91425" wrap="square" tIns="45700">
            <a:noAutofit/>
          </a:bodyPr>
          <a:lstStyle/>
          <a:p>
            <a:pPr indent="0" lvl="0" marL="0" marR="0" rtl="0" algn="l">
              <a:lnSpc>
                <a:spcPct val="100000"/>
              </a:lnSpc>
              <a:spcBef>
                <a:spcPts val="0"/>
              </a:spcBef>
              <a:spcAft>
                <a:spcPts val="0"/>
              </a:spcAft>
              <a:buClr>
                <a:schemeClr val="lt1"/>
              </a:buClr>
              <a:buSzPts val="2600"/>
              <a:buFont typeface="Arial"/>
              <a:buNone/>
            </a:pPr>
            <a:fld id="{00000000-1234-1234-1234-123412341234}" type="slidenum">
              <a:rPr b="1" i="0" lang="en-US" sz="2600" u="none">
                <a:solidFill>
                  <a:schemeClr val="lt1"/>
                </a:solidFill>
                <a:latin typeface="Arial"/>
                <a:ea typeface="Arial"/>
                <a:cs typeface="Arial"/>
                <a:sym typeface="Arial"/>
              </a:rPr>
              <a:t>‹#›</a:t>
            </a:fld>
            <a:endParaRPr/>
          </a:p>
        </p:txBody>
      </p:sp>
      <p:sp>
        <p:nvSpPr>
          <p:cNvPr id="92" name="Google Shape;92;p13"/>
          <p:cNvSpPr txBox="1"/>
          <p:nvPr/>
        </p:nvSpPr>
        <p:spPr>
          <a:xfrm>
            <a:off x="990600" y="990600"/>
            <a:ext cx="304800" cy="838200"/>
          </a:xfrm>
          <a:prstGeom prst="rect">
            <a:avLst/>
          </a:prstGeom>
          <a:solidFill>
            <a:srgbClr val="EBB839"/>
          </a:solidFill>
          <a:ln cap="flat" cmpd="sng" w="9525">
            <a:solidFill>
              <a:srgbClr val="EBB839"/>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93" name="Google Shape;93;p13"/>
          <p:cNvSpPr/>
          <p:nvPr>
            <p:ph type="title"/>
          </p:nvPr>
        </p:nvSpPr>
        <p:spPr>
          <a:xfrm>
            <a:off x="1219200" y="1066800"/>
            <a:ext cx="6934200" cy="914400"/>
          </a:xfrm>
          <a:prstGeom prst="roundRect">
            <a:avLst>
              <a:gd fmla="val 16667" name="adj"/>
            </a:avLst>
          </a:prstGeom>
          <a:noFill/>
          <a:ln>
            <a:noFill/>
          </a:ln>
        </p:spPr>
        <p:txBody>
          <a:bodyPr anchorCtr="0" anchor="b" bIns="45700" lIns="91425" spcFirstLastPara="1" rIns="91425" wrap="square" tIns="45700">
            <a:noAutofit/>
          </a:bodyPr>
          <a:lstStyle/>
          <a:p>
            <a:pPr indent="0" lvl="0" marL="0" marR="0" rtl="0" algn="l">
              <a:lnSpc>
                <a:spcPct val="90000"/>
              </a:lnSpc>
              <a:spcBef>
                <a:spcPts val="0"/>
              </a:spcBef>
              <a:spcAft>
                <a:spcPts val="0"/>
              </a:spcAft>
              <a:buClr>
                <a:srgbClr val="000000"/>
              </a:buClr>
              <a:buSzPts val="3600"/>
              <a:buFont typeface="Arial"/>
              <a:buNone/>
            </a:pPr>
            <a:r>
              <a:rPr b="1" i="0" lang="en-US" sz="3600" u="none" cap="none" strike="noStrike">
                <a:solidFill>
                  <a:srgbClr val="000000"/>
                </a:solidFill>
                <a:latin typeface="Arial"/>
                <a:ea typeface="Arial"/>
                <a:cs typeface="Arial"/>
                <a:sym typeface="Arial"/>
              </a:rPr>
              <a:t> </a:t>
            </a:r>
            <a:br>
              <a:rPr b="1" i="0" lang="en-US" sz="3600" u="none" cap="none" strike="noStrike">
                <a:solidFill>
                  <a:srgbClr val="000000"/>
                </a:solidFill>
                <a:latin typeface="Arial"/>
                <a:ea typeface="Arial"/>
                <a:cs typeface="Arial"/>
                <a:sym typeface="Arial"/>
              </a:rPr>
            </a:br>
            <a:r>
              <a:rPr b="1" i="0" lang="en-US" sz="2400" u="none" cap="none" strike="noStrike">
                <a:solidFill>
                  <a:srgbClr val="000000"/>
                </a:solidFill>
                <a:latin typeface="Arial"/>
                <a:ea typeface="Arial"/>
                <a:cs typeface="Arial"/>
                <a:sym typeface="Arial"/>
              </a:rPr>
              <a:t>Chapter 6</a:t>
            </a:r>
            <a:br>
              <a:rPr b="1" i="0" lang="en-US" sz="3600" u="none" cap="none" strike="noStrike">
                <a:solidFill>
                  <a:srgbClr val="000000"/>
                </a:solidFill>
                <a:latin typeface="Arial"/>
                <a:ea typeface="Arial"/>
                <a:cs typeface="Arial"/>
                <a:sym typeface="Arial"/>
              </a:rPr>
            </a:br>
            <a:r>
              <a:rPr b="1" i="0" lang="en-US" sz="3600" u="none" cap="none" strike="noStrike">
                <a:solidFill>
                  <a:srgbClr val="CC3300"/>
                </a:solidFill>
                <a:latin typeface="Arial"/>
                <a:ea typeface="Arial"/>
                <a:cs typeface="Arial"/>
                <a:sym typeface="Arial"/>
              </a:rPr>
              <a:t>Vocabulary</a:t>
            </a:r>
            <a:endParaRPr/>
          </a:p>
        </p:txBody>
      </p:sp>
      <p:sp>
        <p:nvSpPr>
          <p:cNvPr id="94" name="Google Shape;94;p13"/>
          <p:cNvSpPr txBox="1"/>
          <p:nvPr/>
        </p:nvSpPr>
        <p:spPr>
          <a:xfrm>
            <a:off x="4800600" y="2438400"/>
            <a:ext cx="3352800" cy="3724275"/>
          </a:xfrm>
          <a:prstGeom prst="rect">
            <a:avLst/>
          </a:prstGeom>
          <a:noFill/>
          <a:ln>
            <a:noFill/>
          </a:ln>
        </p:spPr>
        <p:txBody>
          <a:bodyPr anchorCtr="0" anchor="t" bIns="45700" lIns="91425" spcFirstLastPara="1" rIns="91425" wrap="square" tIns="45700">
            <a:noAutofit/>
          </a:bodyPr>
          <a:lstStyle/>
          <a:p>
            <a:pPr indent="-342900" lvl="0" marL="342900" marR="0" rtl="0" algn="l">
              <a:lnSpc>
                <a:spcPct val="85000"/>
              </a:lnSpc>
              <a:spcBef>
                <a:spcPts val="0"/>
              </a:spcBef>
              <a:spcAft>
                <a:spcPts val="0"/>
              </a:spcAft>
              <a:buClr>
                <a:srgbClr val="EBB839"/>
              </a:buClr>
              <a:buSzPts val="1440"/>
              <a:buFont typeface="Arial"/>
              <a:buChar char="o"/>
            </a:pPr>
            <a:r>
              <a:rPr b="0" i="0" lang="en-US" sz="2400" u="none">
                <a:solidFill>
                  <a:srgbClr val="005E5C"/>
                </a:solidFill>
                <a:latin typeface="Arial"/>
                <a:ea typeface="Arial"/>
                <a:cs typeface="Arial"/>
                <a:sym typeface="Arial"/>
              </a:rPr>
              <a:t>minutiae</a:t>
            </a:r>
            <a:endParaRPr/>
          </a:p>
          <a:p>
            <a:pPr indent="-342900" lvl="0" marL="342900" marR="0" rtl="0" algn="l">
              <a:lnSpc>
                <a:spcPct val="85000"/>
              </a:lnSpc>
              <a:spcBef>
                <a:spcPts val="840"/>
              </a:spcBef>
              <a:spcAft>
                <a:spcPts val="0"/>
              </a:spcAft>
              <a:buClr>
                <a:srgbClr val="EBB839"/>
              </a:buClr>
              <a:buSzPts val="1440"/>
              <a:buFont typeface="Arial"/>
              <a:buChar char="o"/>
            </a:pPr>
            <a:r>
              <a:rPr b="0" i="0" lang="en-US" sz="2400" u="none">
                <a:solidFill>
                  <a:srgbClr val="005E5C"/>
                </a:solidFill>
                <a:latin typeface="Arial"/>
                <a:ea typeface="Arial"/>
                <a:cs typeface="Arial"/>
                <a:sym typeface="Arial"/>
              </a:rPr>
              <a:t>patent fingerprint</a:t>
            </a:r>
            <a:endParaRPr/>
          </a:p>
          <a:p>
            <a:pPr indent="-342900" lvl="0" marL="342900" marR="0" rtl="0" algn="l">
              <a:lnSpc>
                <a:spcPct val="85000"/>
              </a:lnSpc>
              <a:spcBef>
                <a:spcPts val="840"/>
              </a:spcBef>
              <a:spcAft>
                <a:spcPts val="0"/>
              </a:spcAft>
              <a:buClr>
                <a:srgbClr val="EBB839"/>
              </a:buClr>
              <a:buSzPts val="1440"/>
              <a:buFont typeface="Arial"/>
              <a:buChar char="o"/>
            </a:pPr>
            <a:r>
              <a:rPr b="0" i="0" lang="en-US" sz="2400" u="none">
                <a:solidFill>
                  <a:srgbClr val="005E5C"/>
                </a:solidFill>
                <a:latin typeface="Arial"/>
                <a:ea typeface="Arial"/>
                <a:cs typeface="Arial"/>
                <a:sym typeface="Arial"/>
              </a:rPr>
              <a:t>plastic fingerprint</a:t>
            </a:r>
            <a:endParaRPr/>
          </a:p>
          <a:p>
            <a:pPr indent="-342900" lvl="0" marL="342900" marR="0" rtl="0" algn="l">
              <a:lnSpc>
                <a:spcPct val="85000"/>
              </a:lnSpc>
              <a:spcBef>
                <a:spcPts val="840"/>
              </a:spcBef>
              <a:spcAft>
                <a:spcPts val="0"/>
              </a:spcAft>
              <a:buClr>
                <a:srgbClr val="EBB839"/>
              </a:buClr>
              <a:buSzPts val="1440"/>
              <a:buFont typeface="Arial"/>
              <a:buChar char="o"/>
            </a:pPr>
            <a:r>
              <a:rPr b="0" i="0" lang="en-US" sz="2400" u="none">
                <a:solidFill>
                  <a:srgbClr val="005E5C"/>
                </a:solidFill>
                <a:latin typeface="Arial"/>
                <a:ea typeface="Arial"/>
                <a:cs typeface="Arial"/>
                <a:sym typeface="Arial"/>
              </a:rPr>
              <a:t>ridge count</a:t>
            </a:r>
            <a:endParaRPr/>
          </a:p>
          <a:p>
            <a:pPr indent="-342900" lvl="0" marL="342900" marR="0" rtl="0" algn="l">
              <a:lnSpc>
                <a:spcPct val="85000"/>
              </a:lnSpc>
              <a:spcBef>
                <a:spcPts val="840"/>
              </a:spcBef>
              <a:spcAft>
                <a:spcPts val="0"/>
              </a:spcAft>
              <a:buClr>
                <a:srgbClr val="EBB839"/>
              </a:buClr>
              <a:buSzPts val="1440"/>
              <a:buFont typeface="Arial"/>
              <a:buChar char="o"/>
            </a:pPr>
            <a:r>
              <a:rPr b="0" i="0" lang="en-US" sz="2400" u="none">
                <a:solidFill>
                  <a:srgbClr val="005E5C"/>
                </a:solidFill>
                <a:latin typeface="Arial"/>
                <a:ea typeface="Arial"/>
                <a:cs typeface="Arial"/>
                <a:sym typeface="Arial"/>
              </a:rPr>
              <a:t>ridge pattern</a:t>
            </a:r>
            <a:endParaRPr/>
          </a:p>
          <a:p>
            <a:pPr indent="-342900" lvl="0" marL="342900" marR="0" rtl="0" algn="l">
              <a:lnSpc>
                <a:spcPct val="85000"/>
              </a:lnSpc>
              <a:spcBef>
                <a:spcPts val="840"/>
              </a:spcBef>
              <a:spcAft>
                <a:spcPts val="0"/>
              </a:spcAft>
              <a:buClr>
                <a:srgbClr val="EBB839"/>
              </a:buClr>
              <a:buSzPts val="1440"/>
              <a:buFont typeface="Arial"/>
              <a:buChar char="o"/>
            </a:pPr>
            <a:r>
              <a:rPr b="0" i="0" lang="en-US" sz="2400" u="none">
                <a:solidFill>
                  <a:srgbClr val="005E5C"/>
                </a:solidFill>
                <a:latin typeface="Arial"/>
                <a:ea typeface="Arial"/>
                <a:cs typeface="Arial"/>
                <a:sym typeface="Arial"/>
              </a:rPr>
              <a:t>ten card</a:t>
            </a:r>
            <a:endParaRPr b="0" i="0" sz="2400" u="none">
              <a:solidFill>
                <a:srgbClr val="005E5C"/>
              </a:solidFill>
              <a:latin typeface="Arial"/>
              <a:ea typeface="Arial"/>
              <a:cs typeface="Arial"/>
              <a:sym typeface="Arial"/>
            </a:endParaRPr>
          </a:p>
          <a:p>
            <a:pPr indent="-342900" lvl="0" marL="342900" marR="0" rtl="0" algn="l">
              <a:lnSpc>
                <a:spcPct val="85000"/>
              </a:lnSpc>
              <a:spcBef>
                <a:spcPts val="980"/>
              </a:spcBef>
              <a:spcAft>
                <a:spcPts val="0"/>
              </a:spcAft>
              <a:buClr>
                <a:srgbClr val="EBB839"/>
              </a:buClr>
              <a:buSzPts val="1440"/>
              <a:buFont typeface="Arial"/>
              <a:buChar char="o"/>
            </a:pPr>
            <a:r>
              <a:rPr b="0" i="0" lang="en-US" sz="2400" u="none">
                <a:solidFill>
                  <a:srgbClr val="005E5C"/>
                </a:solidFill>
                <a:latin typeface="Arial"/>
                <a:ea typeface="Arial"/>
                <a:cs typeface="Arial"/>
                <a:sym typeface="Arial"/>
              </a:rPr>
              <a:t>whorl</a:t>
            </a:r>
            <a:r>
              <a:rPr b="0" i="0" lang="en-US" sz="2800" u="none">
                <a:solidFill>
                  <a:srgbClr val="005E5C"/>
                </a:solidFill>
                <a:latin typeface="Arial"/>
                <a:ea typeface="Arial"/>
                <a:cs typeface="Arial"/>
                <a:sym typeface="Arial"/>
              </a:rPr>
              <a:t>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14"/>
          <p:cNvSpPr/>
          <p:nvPr>
            <p:ph type="title"/>
          </p:nvPr>
        </p:nvSpPr>
        <p:spPr>
          <a:xfrm>
            <a:off x="762000" y="762000"/>
            <a:ext cx="7924800" cy="1143000"/>
          </a:xfrm>
          <a:prstGeom prst="roundRect">
            <a:avLst>
              <a:gd fmla="val 4680" name="adj"/>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000000"/>
              </a:buClr>
              <a:buSzPts val="3600"/>
              <a:buFont typeface="Arial"/>
              <a:buNone/>
            </a:pPr>
            <a:r>
              <a:rPr b="1" i="0" lang="en-US" sz="3600" u="none" cap="none" strike="noStrike">
                <a:solidFill>
                  <a:srgbClr val="000000"/>
                </a:solidFill>
                <a:latin typeface="Arial"/>
                <a:ea typeface="Arial"/>
                <a:cs typeface="Arial"/>
                <a:sym typeface="Arial"/>
              </a:rPr>
              <a:t>Introduction</a:t>
            </a:r>
            <a:endParaRPr/>
          </a:p>
        </p:txBody>
      </p:sp>
      <p:sp>
        <p:nvSpPr>
          <p:cNvPr id="100" name="Google Shape;100;p14"/>
          <p:cNvSpPr txBox="1"/>
          <p:nvPr>
            <p:ph idx="1" type="body"/>
          </p:nvPr>
        </p:nvSpPr>
        <p:spPr>
          <a:xfrm>
            <a:off x="838200" y="1600200"/>
            <a:ext cx="4724400" cy="46482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85000"/>
              </a:lnSpc>
              <a:spcBef>
                <a:spcPts val="0"/>
              </a:spcBef>
              <a:spcAft>
                <a:spcPts val="0"/>
              </a:spcAft>
              <a:buClr>
                <a:srgbClr val="EBB839"/>
              </a:buClr>
              <a:buSzPts val="1440"/>
              <a:buFont typeface="Arial"/>
              <a:buChar char="o"/>
            </a:pPr>
            <a:r>
              <a:rPr b="0" i="1" lang="en-US" sz="2400" u="none" cap="none" strike="noStrike">
                <a:solidFill>
                  <a:srgbClr val="005E5C"/>
                </a:solidFill>
                <a:latin typeface="Arial"/>
                <a:ea typeface="Arial"/>
                <a:cs typeface="Arial"/>
                <a:sym typeface="Arial"/>
              </a:rPr>
              <a:t>Pudd’nhead Wilson </a:t>
            </a:r>
            <a:r>
              <a:rPr b="0" i="0" lang="en-US" sz="2400" u="none" cap="none" strike="noStrike">
                <a:solidFill>
                  <a:srgbClr val="005E5C"/>
                </a:solidFill>
                <a:latin typeface="Arial"/>
                <a:ea typeface="Arial"/>
                <a:cs typeface="Arial"/>
                <a:sym typeface="Arial"/>
              </a:rPr>
              <a:t>was published in 1894.</a:t>
            </a:r>
            <a:endParaRPr/>
          </a:p>
          <a:p>
            <a:pPr indent="-342900" lvl="0" marL="342900" marR="0" rtl="0" algn="l">
              <a:lnSpc>
                <a:spcPct val="85000"/>
              </a:lnSpc>
              <a:spcBef>
                <a:spcPts val="840"/>
              </a:spcBef>
              <a:spcAft>
                <a:spcPts val="0"/>
              </a:spcAft>
              <a:buClr>
                <a:srgbClr val="EBB839"/>
              </a:buClr>
              <a:buSzPts val="1440"/>
              <a:buFont typeface="Arial"/>
              <a:buChar char="o"/>
            </a:pPr>
            <a:r>
              <a:rPr b="0" i="1" lang="en-US" sz="2400" u="none" cap="none" strike="noStrike">
                <a:solidFill>
                  <a:srgbClr val="005E5C"/>
                </a:solidFill>
                <a:latin typeface="Arial"/>
                <a:ea typeface="Arial"/>
                <a:cs typeface="Arial"/>
                <a:sym typeface="Arial"/>
              </a:rPr>
              <a:t>Pudd’nhead Wilson </a:t>
            </a:r>
            <a:r>
              <a:rPr b="0" i="0" lang="en-US" sz="2400" u="none" cap="none" strike="noStrike">
                <a:solidFill>
                  <a:srgbClr val="005E5C"/>
                </a:solidFill>
                <a:latin typeface="Arial"/>
                <a:ea typeface="Arial"/>
                <a:cs typeface="Arial"/>
                <a:sym typeface="Arial"/>
              </a:rPr>
              <a:t>states that a suspect’s fingerprints are: </a:t>
            </a:r>
            <a:endParaRPr/>
          </a:p>
          <a:p>
            <a:pPr indent="-285750" lvl="1" marL="742950" marR="0" rtl="0" algn="l">
              <a:lnSpc>
                <a:spcPct val="85000"/>
              </a:lnSpc>
              <a:spcBef>
                <a:spcPts val="700"/>
              </a:spcBef>
              <a:spcAft>
                <a:spcPts val="0"/>
              </a:spcAft>
              <a:buClr>
                <a:srgbClr val="EBB839"/>
              </a:buClr>
              <a:buSzPts val="1500"/>
              <a:buFont typeface="Times"/>
              <a:buChar char="•"/>
            </a:pPr>
            <a:r>
              <a:rPr b="0" i="0" lang="en-US" sz="2000" u="none" cap="none" strike="noStrike">
                <a:solidFill>
                  <a:srgbClr val="005E5C"/>
                </a:solidFill>
                <a:latin typeface="Arial"/>
                <a:ea typeface="Arial"/>
                <a:cs typeface="Arial"/>
                <a:sym typeface="Arial"/>
              </a:rPr>
              <a:t>“his signature, his physiological autograph, so to speak, and this autograph cannot be counterfeited, nor can he disguise it or hide it away, nor can it become illegible by the wear and mutations of time.”</a:t>
            </a:r>
            <a:endParaRPr/>
          </a:p>
          <a:p>
            <a:pPr indent="-342900" lvl="0" marL="342900" marR="0" rtl="0" algn="l">
              <a:lnSpc>
                <a:spcPct val="85000"/>
              </a:lnSpc>
              <a:spcBef>
                <a:spcPts val="980"/>
              </a:spcBef>
              <a:spcAft>
                <a:spcPts val="0"/>
              </a:spcAft>
              <a:buClr>
                <a:srgbClr val="EBB839"/>
              </a:buClr>
              <a:buSzPts val="1680"/>
              <a:buFont typeface="Arial"/>
              <a:buNone/>
            </a:pPr>
            <a:r>
              <a:rPr b="0" i="0" lang="en-US" sz="2800" u="none" cap="none" strike="noStrike">
                <a:solidFill>
                  <a:srgbClr val="005E5C"/>
                </a:solidFill>
                <a:latin typeface="Arial"/>
                <a:ea typeface="Arial"/>
                <a:cs typeface="Arial"/>
                <a:sym typeface="Arial"/>
              </a:rPr>
              <a:t> </a:t>
            </a:r>
            <a:endParaRPr/>
          </a:p>
        </p:txBody>
      </p:sp>
      <p:sp>
        <p:nvSpPr>
          <p:cNvPr id="101" name="Google Shape;101;p14"/>
          <p:cNvSpPr txBox="1"/>
          <p:nvPr/>
        </p:nvSpPr>
        <p:spPr>
          <a:xfrm>
            <a:off x="84137" y="6242050"/>
            <a:ext cx="587375" cy="488950"/>
          </a:xfrm>
          <a:prstGeom prst="rect">
            <a:avLst/>
          </a:prstGeom>
          <a:noFill/>
          <a:ln>
            <a:noFill/>
          </a:ln>
        </p:spPr>
        <p:txBody>
          <a:bodyPr anchorCtr="1" anchor="b" bIns="45700" lIns="91425" spcFirstLastPara="1" rIns="91425" wrap="square" tIns="45700">
            <a:noAutofit/>
          </a:bodyPr>
          <a:lstStyle/>
          <a:p>
            <a:pPr indent="0" lvl="0" marL="0" marR="0" rtl="0" algn="l">
              <a:lnSpc>
                <a:spcPct val="100000"/>
              </a:lnSpc>
              <a:spcBef>
                <a:spcPts val="0"/>
              </a:spcBef>
              <a:spcAft>
                <a:spcPts val="0"/>
              </a:spcAft>
              <a:buClr>
                <a:srgbClr val="FFFFFF"/>
              </a:buClr>
              <a:buSzPts val="2600"/>
              <a:buFont typeface="Arial"/>
              <a:buNone/>
            </a:pPr>
            <a:fld id="{00000000-1234-1234-1234-123412341234}" type="slidenum">
              <a:rPr b="1" i="0" lang="en-US" sz="2600" u="none">
                <a:solidFill>
                  <a:srgbClr val="FFFFFF"/>
                </a:solidFill>
                <a:latin typeface="Arial"/>
                <a:ea typeface="Arial"/>
                <a:cs typeface="Arial"/>
                <a:sym typeface="Arial"/>
              </a:rPr>
              <a:t>‹#›</a:t>
            </a:fld>
            <a:endParaRPr/>
          </a:p>
        </p:txBody>
      </p:sp>
      <p:pic>
        <p:nvPicPr>
          <p:cNvPr id="102" name="Google Shape;102;p14"/>
          <p:cNvPicPr preferRelativeResize="0"/>
          <p:nvPr/>
        </p:nvPicPr>
        <p:blipFill rotWithShape="1">
          <a:blip r:embed="rId3">
            <a:alphaModFix/>
          </a:blip>
          <a:srcRect b="0" l="0" r="0" t="0"/>
          <a:stretch/>
        </p:blipFill>
        <p:spPr>
          <a:xfrm>
            <a:off x="5943600" y="1295400"/>
            <a:ext cx="1998662" cy="372427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15"/>
          <p:cNvSpPr/>
          <p:nvPr>
            <p:ph type="title"/>
          </p:nvPr>
        </p:nvSpPr>
        <p:spPr>
          <a:xfrm>
            <a:off x="762000" y="762000"/>
            <a:ext cx="7924800" cy="1143000"/>
          </a:xfrm>
          <a:prstGeom prst="roundRect">
            <a:avLst>
              <a:gd fmla="val 16667" name="adj"/>
            </a:avLst>
          </a:prstGeom>
          <a:noFill/>
          <a:ln>
            <a:noFill/>
          </a:ln>
        </p:spPr>
        <p:txBody>
          <a:bodyPr anchorCtr="0" anchor="b" bIns="45700" lIns="91425" spcFirstLastPara="1" rIns="91425" wrap="square" tIns="45700">
            <a:noAutofit/>
          </a:bodyPr>
          <a:lstStyle/>
          <a:p>
            <a:pPr indent="0" lvl="0" marL="0" marR="0" rtl="0" algn="l">
              <a:lnSpc>
                <a:spcPct val="90000"/>
              </a:lnSpc>
              <a:spcBef>
                <a:spcPts val="0"/>
              </a:spcBef>
              <a:spcAft>
                <a:spcPts val="0"/>
              </a:spcAft>
              <a:buClr>
                <a:srgbClr val="000000"/>
              </a:buClr>
              <a:buSzPts val="3600"/>
              <a:buFont typeface="Arial"/>
              <a:buNone/>
            </a:pPr>
            <a:r>
              <a:rPr b="1" i="0" lang="en-US" sz="3600" u="none" cap="none" strike="noStrike">
                <a:solidFill>
                  <a:srgbClr val="000000"/>
                </a:solidFill>
                <a:latin typeface="Arial"/>
                <a:ea typeface="Arial"/>
                <a:cs typeface="Arial"/>
                <a:sym typeface="Arial"/>
              </a:rPr>
              <a:t>History</a:t>
            </a:r>
            <a:endParaRPr/>
          </a:p>
        </p:txBody>
      </p:sp>
      <p:sp>
        <p:nvSpPr>
          <p:cNvPr id="108" name="Google Shape;108;p15"/>
          <p:cNvSpPr txBox="1"/>
          <p:nvPr>
            <p:ph idx="1" type="body"/>
          </p:nvPr>
        </p:nvSpPr>
        <p:spPr>
          <a:xfrm>
            <a:off x="838200" y="2362200"/>
            <a:ext cx="7693025" cy="3724275"/>
          </a:xfrm>
          <a:prstGeom prst="rect">
            <a:avLst/>
          </a:prstGeom>
          <a:noFill/>
          <a:ln>
            <a:noFill/>
          </a:ln>
        </p:spPr>
        <p:txBody>
          <a:bodyPr anchorCtr="0" anchor="t" bIns="45700" lIns="91425" spcFirstLastPara="1" rIns="91425" wrap="square" tIns="45700">
            <a:noAutofit/>
          </a:bodyPr>
          <a:lstStyle/>
          <a:p>
            <a:pPr indent="-342900" lvl="0" marL="342900" marR="0" rtl="0" algn="l">
              <a:lnSpc>
                <a:spcPct val="85000"/>
              </a:lnSpc>
              <a:spcBef>
                <a:spcPts val="0"/>
              </a:spcBef>
              <a:spcAft>
                <a:spcPts val="0"/>
              </a:spcAft>
              <a:buClr>
                <a:srgbClr val="EBB839"/>
              </a:buClr>
              <a:buSzPts val="1440"/>
              <a:buFont typeface="Arial"/>
              <a:buChar char="o"/>
            </a:pPr>
            <a:r>
              <a:rPr b="0" i="0" lang="en-US" sz="2400" u="none" cap="none" strike="noStrike">
                <a:solidFill>
                  <a:srgbClr val="005E5C"/>
                </a:solidFill>
                <a:latin typeface="Arial"/>
                <a:ea typeface="Arial"/>
                <a:cs typeface="Arial"/>
                <a:sym typeface="Arial"/>
              </a:rPr>
              <a:t>Ancient cultures used fingerprints as personal markings.</a:t>
            </a:r>
            <a:endParaRPr/>
          </a:p>
          <a:p>
            <a:pPr indent="-342900" lvl="0" marL="342900" marR="0" rtl="0" algn="l">
              <a:lnSpc>
                <a:spcPct val="85000"/>
              </a:lnSpc>
              <a:spcBef>
                <a:spcPts val="840"/>
              </a:spcBef>
              <a:spcAft>
                <a:spcPts val="0"/>
              </a:spcAft>
              <a:buClr>
                <a:srgbClr val="EBB839"/>
              </a:buClr>
              <a:buSzPts val="1440"/>
              <a:buFont typeface="Arial"/>
              <a:buChar char="o"/>
            </a:pPr>
            <a:r>
              <a:rPr b="0" i="0" lang="en-US" sz="2400" u="none" cap="none" strike="noStrike">
                <a:solidFill>
                  <a:srgbClr val="005E5C"/>
                </a:solidFill>
                <a:latin typeface="Arial"/>
                <a:ea typeface="Arial"/>
                <a:cs typeface="Arial"/>
                <a:sym typeface="Arial"/>
              </a:rPr>
              <a:t>1792-1750 B.C. — Fingerprints were pressed into clay tablet contracts.</a:t>
            </a:r>
            <a:endParaRPr/>
          </a:p>
          <a:p>
            <a:pPr indent="-342900" lvl="0" marL="342900" marR="0" rtl="0" algn="l">
              <a:lnSpc>
                <a:spcPct val="85000"/>
              </a:lnSpc>
              <a:spcBef>
                <a:spcPts val="840"/>
              </a:spcBef>
              <a:spcAft>
                <a:spcPts val="0"/>
              </a:spcAft>
              <a:buClr>
                <a:srgbClr val="EBB839"/>
              </a:buClr>
              <a:buSzPts val="1440"/>
              <a:buFont typeface="Arial"/>
              <a:buChar char="o"/>
            </a:pPr>
            <a:r>
              <a:rPr b="0" i="0" lang="en-US" sz="2400" u="none" cap="none" strike="noStrike">
                <a:solidFill>
                  <a:srgbClr val="005E5C"/>
                </a:solidFill>
                <a:latin typeface="Arial"/>
                <a:ea typeface="Arial"/>
                <a:cs typeface="Arial"/>
                <a:sym typeface="Arial"/>
              </a:rPr>
              <a:t>1684 — Dr. Nehemiah Grew described the patterns he saw on human hands under a microscope.</a:t>
            </a:r>
            <a:endParaRPr/>
          </a:p>
          <a:p>
            <a:pPr indent="-342900" lvl="0" marL="342900" marR="0" rtl="0" algn="l">
              <a:lnSpc>
                <a:spcPct val="85000"/>
              </a:lnSpc>
              <a:spcBef>
                <a:spcPts val="840"/>
              </a:spcBef>
              <a:spcAft>
                <a:spcPts val="0"/>
              </a:spcAft>
              <a:buClr>
                <a:srgbClr val="EBB839"/>
              </a:buClr>
              <a:buSzPts val="1440"/>
              <a:buFont typeface="Arial"/>
              <a:buChar char="o"/>
            </a:pPr>
            <a:r>
              <a:rPr b="0" i="0" lang="en-US" sz="2400" u="none" cap="none" strike="noStrike">
                <a:solidFill>
                  <a:srgbClr val="005E5C"/>
                </a:solidFill>
                <a:latin typeface="Arial"/>
                <a:ea typeface="Arial"/>
                <a:cs typeface="Arial"/>
                <a:sym typeface="Arial"/>
              </a:rPr>
              <a:t>1788 — Johann Christoph Andreas Mayer described that fingerprints are unique to each individual.</a:t>
            </a:r>
            <a:endParaRPr/>
          </a:p>
          <a:p>
            <a:pPr indent="-342900" lvl="0" marL="342900" marR="0" rtl="0" algn="l">
              <a:lnSpc>
                <a:spcPct val="85000"/>
              </a:lnSpc>
              <a:spcBef>
                <a:spcPts val="840"/>
              </a:spcBef>
              <a:spcAft>
                <a:spcPts val="0"/>
              </a:spcAft>
              <a:buClr>
                <a:srgbClr val="EBB839"/>
              </a:buClr>
              <a:buSzPts val="1440"/>
              <a:buFont typeface="Arial"/>
              <a:buChar char="o"/>
            </a:pPr>
            <a:r>
              <a:rPr b="0" i="0" lang="en-US" sz="2400" u="none" cap="none" strike="noStrike">
                <a:solidFill>
                  <a:srgbClr val="005E5C"/>
                </a:solidFill>
                <a:latin typeface="Arial"/>
                <a:ea typeface="Arial"/>
                <a:cs typeface="Arial"/>
                <a:sym typeface="Arial"/>
              </a:rPr>
              <a:t>1823 – Jan Evangelist Purkyn described nine distinct fingerprint patterns.</a:t>
            </a:r>
            <a:endParaRPr/>
          </a:p>
        </p:txBody>
      </p:sp>
      <p:sp>
        <p:nvSpPr>
          <p:cNvPr id="109" name="Google Shape;109;p15"/>
          <p:cNvSpPr txBox="1"/>
          <p:nvPr/>
        </p:nvSpPr>
        <p:spPr>
          <a:xfrm>
            <a:off x="84137" y="6242050"/>
            <a:ext cx="587375" cy="488950"/>
          </a:xfrm>
          <a:prstGeom prst="rect">
            <a:avLst/>
          </a:prstGeom>
          <a:noFill/>
          <a:ln>
            <a:noFill/>
          </a:ln>
        </p:spPr>
        <p:txBody>
          <a:bodyPr anchorCtr="1" anchor="b" bIns="45700" lIns="91425" spcFirstLastPara="1" rIns="91425" wrap="square" tIns="45700">
            <a:noAutofit/>
          </a:bodyPr>
          <a:lstStyle/>
          <a:p>
            <a:pPr indent="0" lvl="0" marL="0" marR="0" rtl="0" algn="l">
              <a:lnSpc>
                <a:spcPct val="100000"/>
              </a:lnSpc>
              <a:spcBef>
                <a:spcPts val="0"/>
              </a:spcBef>
              <a:spcAft>
                <a:spcPts val="0"/>
              </a:spcAft>
              <a:buClr>
                <a:srgbClr val="FFFFFF"/>
              </a:buClr>
              <a:buSzPts val="2600"/>
              <a:buFont typeface="Arial"/>
              <a:buNone/>
            </a:pPr>
            <a:fld id="{00000000-1234-1234-1234-123412341234}" type="slidenum">
              <a:rPr b="1" i="0" lang="en-US" sz="2600" u="none">
                <a:solidFill>
                  <a:srgbClr val="FFFFFF"/>
                </a:solidFill>
                <a:latin typeface="Arial"/>
                <a:ea typeface="Arial"/>
                <a:cs typeface="Arial"/>
                <a:sym typeface="Arial"/>
              </a:rPr>
              <a:t>‹#›</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16"/>
          <p:cNvSpPr/>
          <p:nvPr>
            <p:ph type="title"/>
          </p:nvPr>
        </p:nvSpPr>
        <p:spPr>
          <a:xfrm>
            <a:off x="762000" y="762000"/>
            <a:ext cx="7924800" cy="1143000"/>
          </a:xfrm>
          <a:prstGeom prst="roundRect">
            <a:avLst>
              <a:gd fmla="val 16667" name="adj"/>
            </a:avLst>
          </a:prstGeom>
          <a:noFill/>
          <a:ln>
            <a:noFill/>
          </a:ln>
        </p:spPr>
        <p:txBody>
          <a:bodyPr anchorCtr="0" anchor="b" bIns="45700" lIns="91425" spcFirstLastPara="1" rIns="91425" wrap="square" tIns="45700">
            <a:noAutofit/>
          </a:bodyPr>
          <a:lstStyle/>
          <a:p>
            <a:pPr indent="0" lvl="0" marL="0" marR="0" rtl="0" algn="l">
              <a:lnSpc>
                <a:spcPct val="90000"/>
              </a:lnSpc>
              <a:spcBef>
                <a:spcPts val="0"/>
              </a:spcBef>
              <a:spcAft>
                <a:spcPts val="0"/>
              </a:spcAft>
              <a:buClr>
                <a:srgbClr val="000000"/>
              </a:buClr>
              <a:buSzPts val="3600"/>
              <a:buFont typeface="Arial"/>
              <a:buNone/>
            </a:pPr>
            <a:r>
              <a:rPr b="1" i="0" lang="en-US" sz="3600" u="none" cap="none" strike="noStrike">
                <a:solidFill>
                  <a:srgbClr val="000000"/>
                </a:solidFill>
                <a:latin typeface="Arial"/>
                <a:ea typeface="Arial"/>
                <a:cs typeface="Arial"/>
                <a:sym typeface="Arial"/>
              </a:rPr>
              <a:t>History </a:t>
            </a:r>
            <a:r>
              <a:rPr b="1" i="0" lang="en-US" sz="2000" u="none" cap="none" strike="noStrike">
                <a:solidFill>
                  <a:srgbClr val="000000"/>
                </a:solidFill>
                <a:latin typeface="Arial"/>
                <a:ea typeface="Arial"/>
                <a:cs typeface="Arial"/>
                <a:sym typeface="Arial"/>
              </a:rPr>
              <a:t>(continued)</a:t>
            </a:r>
            <a:endParaRPr/>
          </a:p>
        </p:txBody>
      </p:sp>
      <p:sp>
        <p:nvSpPr>
          <p:cNvPr id="115" name="Google Shape;115;p16"/>
          <p:cNvSpPr txBox="1"/>
          <p:nvPr>
            <p:ph idx="1" type="body"/>
          </p:nvPr>
        </p:nvSpPr>
        <p:spPr>
          <a:xfrm>
            <a:off x="838200" y="2362200"/>
            <a:ext cx="6781800" cy="3724275"/>
          </a:xfrm>
          <a:prstGeom prst="rect">
            <a:avLst/>
          </a:prstGeom>
          <a:noFill/>
          <a:ln>
            <a:noFill/>
          </a:ln>
        </p:spPr>
        <p:txBody>
          <a:bodyPr anchorCtr="0" anchor="t" bIns="45700" lIns="91425" spcFirstLastPara="1" rIns="91425" wrap="square" tIns="45700">
            <a:noAutofit/>
          </a:bodyPr>
          <a:lstStyle/>
          <a:p>
            <a:pPr indent="-342900" lvl="0" marL="342900" marR="0" rtl="0" algn="l">
              <a:lnSpc>
                <a:spcPct val="85000"/>
              </a:lnSpc>
              <a:spcBef>
                <a:spcPts val="0"/>
              </a:spcBef>
              <a:spcAft>
                <a:spcPts val="0"/>
              </a:spcAft>
              <a:buClr>
                <a:srgbClr val="EBB839"/>
              </a:buClr>
              <a:buSzPts val="1440"/>
              <a:buFont typeface="Arial"/>
              <a:buChar char="o"/>
            </a:pPr>
            <a:r>
              <a:rPr b="0" i="0" lang="en-US" sz="2400" u="none" cap="none" strike="noStrike">
                <a:solidFill>
                  <a:srgbClr val="005E5C"/>
                </a:solidFill>
                <a:latin typeface="Arial"/>
                <a:ea typeface="Arial"/>
                <a:cs typeface="Arial"/>
                <a:sym typeface="Arial"/>
              </a:rPr>
              <a:t>1856 — Sir William Herschel began collecting  fingerprints.</a:t>
            </a:r>
            <a:endParaRPr/>
          </a:p>
          <a:p>
            <a:pPr indent="-342900" lvl="0" marL="342900" marR="0" rtl="0" algn="l">
              <a:lnSpc>
                <a:spcPct val="85000"/>
              </a:lnSpc>
              <a:spcBef>
                <a:spcPts val="840"/>
              </a:spcBef>
              <a:spcAft>
                <a:spcPts val="0"/>
              </a:spcAft>
              <a:buClr>
                <a:srgbClr val="EBB839"/>
              </a:buClr>
              <a:buSzPts val="1440"/>
              <a:buFont typeface="Arial"/>
              <a:buChar char="o"/>
            </a:pPr>
            <a:r>
              <a:rPr b="0" i="0" lang="en-US" sz="2400" u="none" cap="none" strike="noStrike">
                <a:solidFill>
                  <a:srgbClr val="005E5C"/>
                </a:solidFill>
                <a:latin typeface="Arial"/>
                <a:ea typeface="Arial"/>
                <a:cs typeface="Arial"/>
                <a:sym typeface="Arial"/>
              </a:rPr>
              <a:t>1879 — Alphonse Bertillon created a way to identify criminals that were repeat offenders.</a:t>
            </a:r>
            <a:endParaRPr/>
          </a:p>
          <a:p>
            <a:pPr indent="-342900" lvl="0" marL="342900" marR="0" rtl="0" algn="l">
              <a:lnSpc>
                <a:spcPct val="85000"/>
              </a:lnSpc>
              <a:spcBef>
                <a:spcPts val="840"/>
              </a:spcBef>
              <a:spcAft>
                <a:spcPts val="0"/>
              </a:spcAft>
              <a:buClr>
                <a:srgbClr val="EBB839"/>
              </a:buClr>
              <a:buSzPts val="1440"/>
              <a:buFont typeface="Arial"/>
              <a:buChar char="o"/>
            </a:pPr>
            <a:r>
              <a:rPr b="0" i="0" lang="en-US" sz="2400" u="none" cap="none" strike="noStrike">
                <a:solidFill>
                  <a:srgbClr val="005E5C"/>
                </a:solidFill>
                <a:latin typeface="Arial"/>
                <a:ea typeface="Arial"/>
                <a:cs typeface="Arial"/>
                <a:sym typeface="Arial"/>
              </a:rPr>
              <a:t>1888 — Sir Francis Galton verified that fingerprints do not change with age.</a:t>
            </a:r>
            <a:endParaRPr/>
          </a:p>
          <a:p>
            <a:pPr indent="-342900" lvl="0" marL="342900" marR="0" rtl="0" algn="l">
              <a:lnSpc>
                <a:spcPct val="85000"/>
              </a:lnSpc>
              <a:spcBef>
                <a:spcPts val="840"/>
              </a:spcBef>
              <a:spcAft>
                <a:spcPts val="0"/>
              </a:spcAft>
              <a:buClr>
                <a:srgbClr val="EBB839"/>
              </a:buClr>
              <a:buSzPts val="1440"/>
              <a:buFont typeface="Arial"/>
              <a:buChar char="o"/>
            </a:pPr>
            <a:r>
              <a:rPr b="0" i="0" lang="en-US" sz="2400" u="none" cap="none" strike="noStrike">
                <a:solidFill>
                  <a:srgbClr val="005E5C"/>
                </a:solidFill>
                <a:latin typeface="Arial"/>
                <a:ea typeface="Arial"/>
                <a:cs typeface="Arial"/>
                <a:sym typeface="Arial"/>
              </a:rPr>
              <a:t>1896 — Sir Edmund Richard Henry (and colleagues) created a system that divided fingerprint records into groups. Their work was the basis of the ten card.</a:t>
            </a:r>
            <a:endParaRPr/>
          </a:p>
        </p:txBody>
      </p:sp>
      <p:sp>
        <p:nvSpPr>
          <p:cNvPr id="116" name="Google Shape;116;p16"/>
          <p:cNvSpPr txBox="1"/>
          <p:nvPr/>
        </p:nvSpPr>
        <p:spPr>
          <a:xfrm>
            <a:off x="84137" y="6242050"/>
            <a:ext cx="587375" cy="488950"/>
          </a:xfrm>
          <a:prstGeom prst="rect">
            <a:avLst/>
          </a:prstGeom>
          <a:noFill/>
          <a:ln>
            <a:noFill/>
          </a:ln>
        </p:spPr>
        <p:txBody>
          <a:bodyPr anchorCtr="1" anchor="b" bIns="45700" lIns="91425" spcFirstLastPara="1" rIns="91425" wrap="square" tIns="45700">
            <a:noAutofit/>
          </a:bodyPr>
          <a:lstStyle/>
          <a:p>
            <a:pPr indent="0" lvl="0" marL="0" marR="0" rtl="0" algn="l">
              <a:lnSpc>
                <a:spcPct val="100000"/>
              </a:lnSpc>
              <a:spcBef>
                <a:spcPts val="0"/>
              </a:spcBef>
              <a:spcAft>
                <a:spcPts val="0"/>
              </a:spcAft>
              <a:buClr>
                <a:srgbClr val="FFFFFF"/>
              </a:buClr>
              <a:buSzPts val="2600"/>
              <a:buFont typeface="Arial"/>
              <a:buNone/>
            </a:pPr>
            <a:fld id="{00000000-1234-1234-1234-123412341234}" type="slidenum">
              <a:rPr b="1" i="0" lang="en-US" sz="2600" u="none">
                <a:solidFill>
                  <a:srgbClr val="FFFFFF"/>
                </a:solidFill>
                <a:latin typeface="Arial"/>
                <a:ea typeface="Arial"/>
                <a:cs typeface="Arial"/>
                <a:sym typeface="Arial"/>
              </a:rPr>
              <a:t>‹#›</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17"/>
          <p:cNvSpPr txBox="1"/>
          <p:nvPr/>
        </p:nvSpPr>
        <p:spPr>
          <a:xfrm>
            <a:off x="84137" y="6242050"/>
            <a:ext cx="587375" cy="488950"/>
          </a:xfrm>
          <a:prstGeom prst="rect">
            <a:avLst/>
          </a:prstGeom>
          <a:noFill/>
          <a:ln>
            <a:noFill/>
          </a:ln>
        </p:spPr>
        <p:txBody>
          <a:bodyPr anchorCtr="1" anchor="b" bIns="45700" lIns="91425" spcFirstLastPara="1" rIns="91425" wrap="square" tIns="45700">
            <a:noAutofit/>
          </a:bodyPr>
          <a:lstStyle/>
          <a:p>
            <a:pPr indent="0" lvl="0" marL="0" marR="0" rtl="0" algn="l">
              <a:lnSpc>
                <a:spcPct val="100000"/>
              </a:lnSpc>
              <a:spcBef>
                <a:spcPts val="0"/>
              </a:spcBef>
              <a:spcAft>
                <a:spcPts val="0"/>
              </a:spcAft>
              <a:buClr>
                <a:srgbClr val="FFFFFF"/>
              </a:buClr>
              <a:buSzPts val="2600"/>
              <a:buFont typeface="Arial"/>
              <a:buNone/>
            </a:pPr>
            <a:fld id="{00000000-1234-1234-1234-123412341234}" type="slidenum">
              <a:rPr b="1" i="0" lang="en-US" sz="2600" u="none">
                <a:solidFill>
                  <a:srgbClr val="FFFFFF"/>
                </a:solidFill>
                <a:latin typeface="Arial"/>
                <a:ea typeface="Arial"/>
                <a:cs typeface="Arial"/>
                <a:sym typeface="Arial"/>
              </a:rPr>
              <a:t>‹#›</a:t>
            </a:fld>
            <a:endParaRPr/>
          </a:p>
        </p:txBody>
      </p:sp>
      <p:pic>
        <p:nvPicPr>
          <p:cNvPr id="122" name="Google Shape;122;p17"/>
          <p:cNvPicPr preferRelativeResize="0"/>
          <p:nvPr/>
        </p:nvPicPr>
        <p:blipFill rotWithShape="1">
          <a:blip r:embed="rId3">
            <a:alphaModFix/>
          </a:blip>
          <a:srcRect b="0" l="0" r="0" t="0"/>
          <a:stretch/>
        </p:blipFill>
        <p:spPr>
          <a:xfrm>
            <a:off x="1277937" y="466725"/>
            <a:ext cx="5351462" cy="547687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18"/>
          <p:cNvSpPr txBox="1"/>
          <p:nvPr/>
        </p:nvSpPr>
        <p:spPr>
          <a:xfrm>
            <a:off x="84137" y="6242050"/>
            <a:ext cx="587375" cy="488950"/>
          </a:xfrm>
          <a:prstGeom prst="rect">
            <a:avLst/>
          </a:prstGeom>
          <a:noFill/>
          <a:ln>
            <a:noFill/>
          </a:ln>
        </p:spPr>
        <p:txBody>
          <a:bodyPr anchorCtr="1" anchor="b" bIns="45700" lIns="91425" spcFirstLastPara="1" rIns="91425" wrap="square" tIns="45700">
            <a:noAutofit/>
          </a:bodyPr>
          <a:lstStyle/>
          <a:p>
            <a:pPr indent="0" lvl="0" marL="0" marR="0" rtl="0" algn="l">
              <a:lnSpc>
                <a:spcPct val="100000"/>
              </a:lnSpc>
              <a:spcBef>
                <a:spcPts val="0"/>
              </a:spcBef>
              <a:spcAft>
                <a:spcPts val="0"/>
              </a:spcAft>
              <a:buClr>
                <a:srgbClr val="FFFFFF"/>
              </a:buClr>
              <a:buSzPts val="2600"/>
              <a:buFont typeface="Arial"/>
              <a:buNone/>
            </a:pPr>
            <a:fld id="{00000000-1234-1234-1234-123412341234}" type="slidenum">
              <a:rPr b="1" i="0" lang="en-US" sz="2600" u="none">
                <a:solidFill>
                  <a:srgbClr val="FFFFFF"/>
                </a:solidFill>
                <a:latin typeface="Arial"/>
                <a:ea typeface="Arial"/>
                <a:cs typeface="Arial"/>
                <a:sym typeface="Arial"/>
              </a:rPr>
              <a:t>‹#›</a:t>
            </a:fld>
            <a:endParaRPr/>
          </a:p>
        </p:txBody>
      </p:sp>
      <p:pic>
        <p:nvPicPr>
          <p:cNvPr id="128" name="Google Shape;128;p18"/>
          <p:cNvPicPr preferRelativeResize="0"/>
          <p:nvPr/>
        </p:nvPicPr>
        <p:blipFill rotWithShape="1">
          <a:blip r:embed="rId3">
            <a:alphaModFix/>
          </a:blip>
          <a:srcRect b="0" l="0" r="0" t="0"/>
          <a:stretch/>
        </p:blipFill>
        <p:spPr>
          <a:xfrm>
            <a:off x="1905000" y="379412"/>
            <a:ext cx="5562600" cy="5703887"/>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19"/>
          <p:cNvSpPr/>
          <p:nvPr>
            <p:ph type="title"/>
          </p:nvPr>
        </p:nvSpPr>
        <p:spPr>
          <a:xfrm>
            <a:off x="762000" y="762000"/>
            <a:ext cx="7924800" cy="1143000"/>
          </a:xfrm>
          <a:prstGeom prst="roundRect">
            <a:avLst>
              <a:gd fmla="val 16667" name="adj"/>
            </a:avLst>
          </a:prstGeom>
          <a:noFill/>
          <a:ln>
            <a:noFill/>
          </a:ln>
        </p:spPr>
        <p:txBody>
          <a:bodyPr anchorCtr="0" anchor="b" bIns="45700" lIns="91425" spcFirstLastPara="1" rIns="91425" wrap="square" tIns="45700">
            <a:noAutofit/>
          </a:bodyPr>
          <a:lstStyle/>
          <a:p>
            <a:pPr indent="0" lvl="0" marL="0" marR="0" rtl="0" algn="l">
              <a:lnSpc>
                <a:spcPct val="90000"/>
              </a:lnSpc>
              <a:spcBef>
                <a:spcPts val="0"/>
              </a:spcBef>
              <a:spcAft>
                <a:spcPts val="0"/>
              </a:spcAft>
              <a:buClr>
                <a:srgbClr val="000000"/>
              </a:buClr>
              <a:buSzPts val="3600"/>
              <a:buFont typeface="Arial"/>
              <a:buNone/>
            </a:pPr>
            <a:r>
              <a:rPr b="1" i="0" lang="en-US" sz="3600" u="none" cap="none" strike="noStrike">
                <a:solidFill>
                  <a:srgbClr val="000000"/>
                </a:solidFill>
                <a:latin typeface="Arial"/>
                <a:ea typeface="Arial"/>
                <a:cs typeface="Arial"/>
                <a:sym typeface="Arial"/>
              </a:rPr>
              <a:t>History </a:t>
            </a:r>
            <a:r>
              <a:rPr b="1" i="0" lang="en-US" sz="2000" u="none" cap="none" strike="noStrike">
                <a:solidFill>
                  <a:srgbClr val="000000"/>
                </a:solidFill>
                <a:latin typeface="Arial"/>
                <a:ea typeface="Arial"/>
                <a:cs typeface="Arial"/>
                <a:sym typeface="Arial"/>
              </a:rPr>
              <a:t>(continued)</a:t>
            </a:r>
            <a:endParaRPr/>
          </a:p>
        </p:txBody>
      </p:sp>
      <p:sp>
        <p:nvSpPr>
          <p:cNvPr id="134" name="Google Shape;134;p19"/>
          <p:cNvSpPr txBox="1"/>
          <p:nvPr>
            <p:ph idx="1" type="body"/>
          </p:nvPr>
        </p:nvSpPr>
        <p:spPr>
          <a:xfrm>
            <a:off x="838200" y="2362200"/>
            <a:ext cx="7620000" cy="37242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85000"/>
              </a:lnSpc>
              <a:spcBef>
                <a:spcPts val="0"/>
              </a:spcBef>
              <a:spcAft>
                <a:spcPts val="0"/>
              </a:spcAft>
              <a:buClr>
                <a:srgbClr val="EBB839"/>
              </a:buClr>
              <a:buSzPts val="1440"/>
              <a:buFont typeface="Arial"/>
              <a:buChar char="o"/>
            </a:pPr>
            <a:r>
              <a:rPr b="0" i="0" lang="en-US" sz="2400" u="none" cap="none" strike="noStrike">
                <a:solidFill>
                  <a:srgbClr val="005E5C"/>
                </a:solidFill>
                <a:latin typeface="Arial"/>
                <a:ea typeface="Arial"/>
                <a:cs typeface="Arial"/>
                <a:sym typeface="Arial"/>
              </a:rPr>
              <a:t>2012 — The FBI-maintained IAFIS system had more than 76 million computerized fingerprints, mugshots, scars, tattoo photos, and other identification records.</a:t>
            </a:r>
            <a:endParaRPr/>
          </a:p>
          <a:p>
            <a:pPr indent="-285750" lvl="1" marL="742950" marR="0" rtl="0" algn="l">
              <a:lnSpc>
                <a:spcPct val="85000"/>
              </a:lnSpc>
              <a:spcBef>
                <a:spcPts val="700"/>
              </a:spcBef>
              <a:spcAft>
                <a:spcPts val="0"/>
              </a:spcAft>
              <a:buClr>
                <a:srgbClr val="EBB839"/>
              </a:buClr>
              <a:buSzPts val="1500"/>
              <a:buFont typeface="Times"/>
              <a:buChar char="•"/>
            </a:pPr>
            <a:r>
              <a:rPr b="0" i="0" lang="en-US" sz="2000" u="none" cap="none" strike="noStrike">
                <a:solidFill>
                  <a:srgbClr val="005E5C"/>
                </a:solidFill>
                <a:latin typeface="Arial"/>
                <a:ea typeface="Arial"/>
                <a:cs typeface="Arial"/>
                <a:sym typeface="Arial"/>
              </a:rPr>
              <a:t>The system will soon be enhanced by Advanced Fingerprint Identification Technology (AFIT).</a:t>
            </a:r>
            <a:endParaRPr/>
          </a:p>
          <a:p>
            <a:pPr indent="-342900" lvl="0" marL="342900" marR="0" rtl="0" algn="l">
              <a:lnSpc>
                <a:spcPct val="85000"/>
              </a:lnSpc>
              <a:spcBef>
                <a:spcPts val="840"/>
              </a:spcBef>
              <a:spcAft>
                <a:spcPts val="0"/>
              </a:spcAft>
              <a:buClr>
                <a:srgbClr val="EBB839"/>
              </a:buClr>
              <a:buSzPts val="1440"/>
              <a:buFont typeface="Arial"/>
              <a:buChar char="o"/>
            </a:pPr>
            <a:r>
              <a:rPr b="0" i="0" lang="en-US" sz="2400" u="none" cap="none" strike="noStrike">
                <a:solidFill>
                  <a:srgbClr val="005E5C"/>
                </a:solidFill>
                <a:latin typeface="Arial"/>
                <a:ea typeface="Arial"/>
                <a:cs typeface="Arial"/>
                <a:sym typeface="Arial"/>
              </a:rPr>
              <a:t>2013 — The FBI was integrating the ability to compare crime-scene palm prints with prints collected at the time of arrest.</a:t>
            </a:r>
            <a:endParaRPr/>
          </a:p>
          <a:p>
            <a:pPr indent="-285750" lvl="1" marL="742950" marR="0" rtl="0" algn="l">
              <a:lnSpc>
                <a:spcPct val="85000"/>
              </a:lnSpc>
              <a:spcBef>
                <a:spcPts val="700"/>
              </a:spcBef>
              <a:spcAft>
                <a:spcPts val="0"/>
              </a:spcAft>
              <a:buClr>
                <a:srgbClr val="EBB839"/>
              </a:buClr>
              <a:buSzPts val="1500"/>
              <a:buFont typeface="Times"/>
              <a:buChar char="•"/>
            </a:pPr>
            <a:r>
              <a:rPr b="0" i="0" lang="en-US" sz="2000" u="none" cap="none" strike="noStrike">
                <a:solidFill>
                  <a:srgbClr val="005E5C"/>
                </a:solidFill>
                <a:latin typeface="Arial"/>
                <a:ea typeface="Arial"/>
                <a:cs typeface="Arial"/>
                <a:sym typeface="Arial"/>
              </a:rPr>
              <a:t>About 20-30% of latent prints at a crime scene come from the palm or side of the hand from the little finger to the wrist.</a:t>
            </a:r>
            <a:endParaRPr/>
          </a:p>
        </p:txBody>
      </p:sp>
      <p:sp>
        <p:nvSpPr>
          <p:cNvPr id="135" name="Google Shape;135;p19"/>
          <p:cNvSpPr txBox="1"/>
          <p:nvPr/>
        </p:nvSpPr>
        <p:spPr>
          <a:xfrm>
            <a:off x="84137" y="6242050"/>
            <a:ext cx="587400" cy="489000"/>
          </a:xfrm>
          <a:prstGeom prst="rect">
            <a:avLst/>
          </a:prstGeom>
          <a:noFill/>
          <a:ln>
            <a:noFill/>
          </a:ln>
        </p:spPr>
        <p:txBody>
          <a:bodyPr anchorCtr="1" anchor="b" bIns="45700" lIns="91425" spcFirstLastPara="1" rIns="91425" wrap="square" tIns="45700">
            <a:noAutofit/>
          </a:bodyPr>
          <a:lstStyle/>
          <a:p>
            <a:pPr indent="0" lvl="0" marL="0" marR="0" rtl="0" algn="l">
              <a:lnSpc>
                <a:spcPct val="100000"/>
              </a:lnSpc>
              <a:spcBef>
                <a:spcPts val="0"/>
              </a:spcBef>
              <a:spcAft>
                <a:spcPts val="0"/>
              </a:spcAft>
              <a:buClr>
                <a:srgbClr val="FFFFFF"/>
              </a:buClr>
              <a:buSzPts val="2600"/>
              <a:buFont typeface="Arial"/>
              <a:buNone/>
            </a:pPr>
            <a:fld id="{00000000-1234-1234-1234-123412341234}" type="slidenum">
              <a:rPr b="1" i="0" lang="en-US" sz="2600" u="none">
                <a:solidFill>
                  <a:srgbClr val="FFFFFF"/>
                </a:solidFill>
                <a:latin typeface="Arial"/>
                <a:ea typeface="Arial"/>
                <a:cs typeface="Arial"/>
                <a:sym typeface="Arial"/>
              </a:rPr>
              <a:t>‹#›</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20"/>
          <p:cNvSpPr/>
          <p:nvPr>
            <p:ph type="title"/>
          </p:nvPr>
        </p:nvSpPr>
        <p:spPr>
          <a:xfrm>
            <a:off x="762000" y="762000"/>
            <a:ext cx="7924800" cy="1143000"/>
          </a:xfrm>
          <a:prstGeom prst="roundRect">
            <a:avLst>
              <a:gd fmla="val 16667" name="adj"/>
            </a:avLst>
          </a:prstGeom>
          <a:noFill/>
          <a:ln>
            <a:noFill/>
          </a:ln>
        </p:spPr>
        <p:txBody>
          <a:bodyPr anchorCtr="0" anchor="b" bIns="45700" lIns="91425" spcFirstLastPara="1" rIns="91425" wrap="square" tIns="45700">
            <a:noAutofit/>
          </a:bodyPr>
          <a:lstStyle/>
          <a:p>
            <a:pPr indent="0" lvl="0" marL="0" marR="0" rtl="0" algn="l">
              <a:lnSpc>
                <a:spcPct val="90000"/>
              </a:lnSpc>
              <a:spcBef>
                <a:spcPts val="0"/>
              </a:spcBef>
              <a:spcAft>
                <a:spcPts val="0"/>
              </a:spcAft>
              <a:buClr>
                <a:srgbClr val="000000"/>
              </a:buClr>
              <a:buSzPts val="3600"/>
              <a:buFont typeface="Arial"/>
              <a:buNone/>
            </a:pPr>
            <a:r>
              <a:rPr b="1" i="0" lang="en-US" sz="3600" u="none" cap="none" strike="noStrike">
                <a:solidFill>
                  <a:srgbClr val="000000"/>
                </a:solidFill>
                <a:latin typeface="Arial"/>
                <a:ea typeface="Arial"/>
                <a:cs typeface="Arial"/>
                <a:sym typeface="Arial"/>
              </a:rPr>
              <a:t>What Are Fingerprints?</a:t>
            </a:r>
            <a:endParaRPr/>
          </a:p>
        </p:txBody>
      </p:sp>
      <p:sp>
        <p:nvSpPr>
          <p:cNvPr id="141" name="Google Shape;141;p20"/>
          <p:cNvSpPr txBox="1"/>
          <p:nvPr>
            <p:ph idx="1" type="body"/>
          </p:nvPr>
        </p:nvSpPr>
        <p:spPr>
          <a:xfrm>
            <a:off x="838200" y="2362200"/>
            <a:ext cx="7693025" cy="3724275"/>
          </a:xfrm>
          <a:prstGeom prst="rect">
            <a:avLst/>
          </a:prstGeom>
          <a:noFill/>
          <a:ln>
            <a:noFill/>
          </a:ln>
        </p:spPr>
        <p:txBody>
          <a:bodyPr anchorCtr="0" anchor="t" bIns="45700" lIns="91425" spcFirstLastPara="1" rIns="91425" wrap="square" tIns="45700">
            <a:noAutofit/>
          </a:bodyPr>
          <a:lstStyle/>
          <a:p>
            <a:pPr indent="-342900" lvl="0" marL="342900" marR="0" rtl="0" algn="l">
              <a:lnSpc>
                <a:spcPct val="85000"/>
              </a:lnSpc>
              <a:spcBef>
                <a:spcPts val="0"/>
              </a:spcBef>
              <a:spcAft>
                <a:spcPts val="0"/>
              </a:spcAft>
              <a:buClr>
                <a:srgbClr val="EBB839"/>
              </a:buClr>
              <a:buSzPts val="1680"/>
              <a:buFont typeface="Arial"/>
              <a:buChar char="o"/>
            </a:pPr>
            <a:r>
              <a:rPr b="0" i="0" lang="en-US" sz="2800" u="none" cap="none" strike="noStrike">
                <a:solidFill>
                  <a:srgbClr val="005E5C"/>
                </a:solidFill>
                <a:latin typeface="Arial"/>
                <a:ea typeface="Arial"/>
                <a:cs typeface="Arial"/>
                <a:sym typeface="Arial"/>
              </a:rPr>
              <a:t>Formation of Fingerprints</a:t>
            </a:r>
            <a:endParaRPr/>
          </a:p>
          <a:p>
            <a:pPr indent="-285750" lvl="1" marL="742950" marR="0" rtl="0" algn="l">
              <a:lnSpc>
                <a:spcPct val="85000"/>
              </a:lnSpc>
              <a:spcBef>
                <a:spcPts val="840"/>
              </a:spcBef>
              <a:spcAft>
                <a:spcPts val="0"/>
              </a:spcAft>
              <a:buClr>
                <a:srgbClr val="EBB839"/>
              </a:buClr>
              <a:buSzPts val="1800"/>
              <a:buFont typeface="Times"/>
              <a:buChar char="•"/>
            </a:pPr>
            <a:r>
              <a:rPr b="0" i="0" lang="en-US" sz="2400" u="none" cap="none" strike="noStrike">
                <a:solidFill>
                  <a:srgbClr val="005E5C"/>
                </a:solidFill>
                <a:latin typeface="Arial"/>
                <a:ea typeface="Arial"/>
                <a:cs typeface="Arial"/>
                <a:sym typeface="Arial"/>
              </a:rPr>
              <a:t>Fingerprints are formed beginning at the 10th week of gestation.</a:t>
            </a:r>
            <a:endParaRPr/>
          </a:p>
          <a:p>
            <a:pPr indent="-285750" lvl="1" marL="742950" marR="0" rtl="0" algn="l">
              <a:lnSpc>
                <a:spcPct val="85000"/>
              </a:lnSpc>
              <a:spcBef>
                <a:spcPts val="840"/>
              </a:spcBef>
              <a:spcAft>
                <a:spcPts val="0"/>
              </a:spcAft>
              <a:buClr>
                <a:srgbClr val="EBB839"/>
              </a:buClr>
              <a:buSzPts val="1800"/>
              <a:buFont typeface="Times"/>
              <a:buChar char="•"/>
            </a:pPr>
            <a:r>
              <a:rPr b="0" i="0" lang="en-US" sz="2400" u="none" cap="none" strike="noStrike">
                <a:solidFill>
                  <a:srgbClr val="005E5C"/>
                </a:solidFill>
                <a:latin typeface="Arial"/>
                <a:ea typeface="Arial"/>
                <a:cs typeface="Arial"/>
                <a:sym typeface="Arial"/>
              </a:rPr>
              <a:t>The development of fingerprints happens in the basal layer of skin.</a:t>
            </a:r>
            <a:endParaRPr/>
          </a:p>
          <a:p>
            <a:pPr indent="-285750" lvl="1" marL="742950" marR="0" rtl="0" algn="l">
              <a:lnSpc>
                <a:spcPct val="85000"/>
              </a:lnSpc>
              <a:spcBef>
                <a:spcPts val="840"/>
              </a:spcBef>
              <a:spcAft>
                <a:spcPts val="0"/>
              </a:spcAft>
              <a:buClr>
                <a:srgbClr val="EBB839"/>
              </a:buClr>
              <a:buSzPts val="1800"/>
              <a:buFont typeface="Times"/>
              <a:buChar char="•"/>
            </a:pPr>
            <a:r>
              <a:rPr b="0" i="0" lang="en-US" sz="2400" u="none" cap="none" strike="noStrike">
                <a:solidFill>
                  <a:srgbClr val="005E5C"/>
                </a:solidFill>
                <a:latin typeface="Arial"/>
                <a:ea typeface="Arial"/>
                <a:cs typeface="Arial"/>
                <a:sym typeface="Arial"/>
              </a:rPr>
              <a:t>Fingerprints are protected by the outer layer of epidermis.</a:t>
            </a:r>
            <a:endParaRPr/>
          </a:p>
        </p:txBody>
      </p:sp>
      <p:sp>
        <p:nvSpPr>
          <p:cNvPr id="142" name="Google Shape;142;p20"/>
          <p:cNvSpPr txBox="1"/>
          <p:nvPr/>
        </p:nvSpPr>
        <p:spPr>
          <a:xfrm>
            <a:off x="84137" y="6242050"/>
            <a:ext cx="587375" cy="488950"/>
          </a:xfrm>
          <a:prstGeom prst="rect">
            <a:avLst/>
          </a:prstGeom>
          <a:noFill/>
          <a:ln>
            <a:noFill/>
          </a:ln>
        </p:spPr>
        <p:txBody>
          <a:bodyPr anchorCtr="1" anchor="b" bIns="45700" lIns="91425" spcFirstLastPara="1" rIns="91425" wrap="square" tIns="45700">
            <a:noAutofit/>
          </a:bodyPr>
          <a:lstStyle/>
          <a:p>
            <a:pPr indent="0" lvl="0" marL="0" marR="0" rtl="0" algn="l">
              <a:lnSpc>
                <a:spcPct val="100000"/>
              </a:lnSpc>
              <a:spcBef>
                <a:spcPts val="0"/>
              </a:spcBef>
              <a:spcAft>
                <a:spcPts val="0"/>
              </a:spcAft>
              <a:buClr>
                <a:srgbClr val="FFFFFF"/>
              </a:buClr>
              <a:buSzPts val="2600"/>
              <a:buFont typeface="Arial"/>
              <a:buNone/>
            </a:pPr>
            <a:fld id="{00000000-1234-1234-1234-123412341234}" type="slidenum">
              <a:rPr b="1" i="0" lang="en-US" sz="2600" u="none">
                <a:solidFill>
                  <a:srgbClr val="FFFFFF"/>
                </a:solidFill>
                <a:latin typeface="Arial"/>
                <a:ea typeface="Arial"/>
                <a:cs typeface="Arial"/>
                <a:sym typeface="Arial"/>
              </a:rPr>
              <a:t>‹#›</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21"/>
          <p:cNvSpPr txBox="1"/>
          <p:nvPr/>
        </p:nvSpPr>
        <p:spPr>
          <a:xfrm>
            <a:off x="84137" y="6242050"/>
            <a:ext cx="587375" cy="488950"/>
          </a:xfrm>
          <a:prstGeom prst="rect">
            <a:avLst/>
          </a:prstGeom>
          <a:noFill/>
          <a:ln>
            <a:noFill/>
          </a:ln>
        </p:spPr>
        <p:txBody>
          <a:bodyPr anchorCtr="1" anchor="b" bIns="45700" lIns="91425" spcFirstLastPara="1" rIns="91425" wrap="square" tIns="45700">
            <a:noAutofit/>
          </a:bodyPr>
          <a:lstStyle/>
          <a:p>
            <a:pPr indent="0" lvl="0" marL="0" marR="0" rtl="0" algn="l">
              <a:lnSpc>
                <a:spcPct val="100000"/>
              </a:lnSpc>
              <a:spcBef>
                <a:spcPts val="0"/>
              </a:spcBef>
              <a:spcAft>
                <a:spcPts val="0"/>
              </a:spcAft>
              <a:buClr>
                <a:srgbClr val="FFFFFF"/>
              </a:buClr>
              <a:buSzPts val="2600"/>
              <a:buFont typeface="Arial"/>
              <a:buNone/>
            </a:pPr>
            <a:fld id="{00000000-1234-1234-1234-123412341234}" type="slidenum">
              <a:rPr b="1" i="0" lang="en-US" sz="2600" u="none">
                <a:solidFill>
                  <a:srgbClr val="FFFFFF"/>
                </a:solidFill>
                <a:latin typeface="Arial"/>
                <a:ea typeface="Arial"/>
                <a:cs typeface="Arial"/>
                <a:sym typeface="Arial"/>
              </a:rPr>
              <a:t>‹#›</a:t>
            </a:fld>
            <a:endParaRPr/>
          </a:p>
        </p:txBody>
      </p:sp>
      <p:pic>
        <p:nvPicPr>
          <p:cNvPr id="148" name="Google Shape;148;p21"/>
          <p:cNvPicPr preferRelativeResize="0"/>
          <p:nvPr/>
        </p:nvPicPr>
        <p:blipFill rotWithShape="1">
          <a:blip r:embed="rId3">
            <a:alphaModFix/>
          </a:blip>
          <a:srcRect b="0" l="0" r="0" t="0"/>
          <a:stretch/>
        </p:blipFill>
        <p:spPr>
          <a:xfrm>
            <a:off x="2089150" y="457200"/>
            <a:ext cx="3930650" cy="5618162"/>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22"/>
          <p:cNvSpPr/>
          <p:nvPr>
            <p:ph type="title"/>
          </p:nvPr>
        </p:nvSpPr>
        <p:spPr>
          <a:xfrm>
            <a:off x="762000" y="1371600"/>
            <a:ext cx="5181600" cy="1066800"/>
          </a:xfrm>
          <a:prstGeom prst="roundRect">
            <a:avLst>
              <a:gd fmla="val 16667" name="adj"/>
            </a:avLst>
          </a:prstGeom>
          <a:noFill/>
          <a:ln>
            <a:noFill/>
          </a:ln>
        </p:spPr>
        <p:txBody>
          <a:bodyPr anchorCtr="0" anchor="b" bIns="45700" lIns="91425" spcFirstLastPara="1" rIns="91425" wrap="square" tIns="45700">
            <a:noAutofit/>
          </a:bodyPr>
          <a:lstStyle/>
          <a:p>
            <a:pPr indent="0" lvl="0" marL="0" marR="0" rtl="0" algn="l">
              <a:lnSpc>
                <a:spcPct val="90000"/>
              </a:lnSpc>
              <a:spcBef>
                <a:spcPts val="0"/>
              </a:spcBef>
              <a:spcAft>
                <a:spcPts val="0"/>
              </a:spcAft>
              <a:buClr>
                <a:srgbClr val="000000"/>
              </a:buClr>
              <a:buSzPts val="3600"/>
              <a:buFont typeface="Arial"/>
              <a:buNone/>
            </a:pPr>
            <a:r>
              <a:rPr b="1" i="0" lang="en-US" sz="3600" u="none" cap="none" strike="noStrike">
                <a:solidFill>
                  <a:srgbClr val="000000"/>
                </a:solidFill>
                <a:latin typeface="Arial"/>
                <a:ea typeface="Arial"/>
                <a:cs typeface="Arial"/>
                <a:sym typeface="Arial"/>
              </a:rPr>
              <a:t>Characteristics of Fingerprints</a:t>
            </a:r>
            <a:br>
              <a:rPr b="1" i="0" lang="en-US" sz="3600" u="none" cap="none" strike="noStrike">
                <a:solidFill>
                  <a:srgbClr val="000000"/>
                </a:solidFill>
                <a:latin typeface="Arial"/>
                <a:ea typeface="Arial"/>
                <a:cs typeface="Arial"/>
                <a:sym typeface="Arial"/>
              </a:rPr>
            </a:br>
            <a:endParaRPr/>
          </a:p>
        </p:txBody>
      </p:sp>
      <p:sp>
        <p:nvSpPr>
          <p:cNvPr id="154" name="Google Shape;154;p22"/>
          <p:cNvSpPr txBox="1"/>
          <p:nvPr/>
        </p:nvSpPr>
        <p:spPr>
          <a:xfrm>
            <a:off x="84137" y="6242050"/>
            <a:ext cx="587375" cy="488950"/>
          </a:xfrm>
          <a:prstGeom prst="rect">
            <a:avLst/>
          </a:prstGeom>
          <a:noFill/>
          <a:ln>
            <a:noFill/>
          </a:ln>
        </p:spPr>
        <p:txBody>
          <a:bodyPr anchorCtr="1" anchor="b" bIns="45700" lIns="91425" spcFirstLastPara="1" rIns="91425" wrap="square" tIns="45700">
            <a:noAutofit/>
          </a:bodyPr>
          <a:lstStyle/>
          <a:p>
            <a:pPr indent="0" lvl="0" marL="0" marR="0" rtl="0" algn="l">
              <a:lnSpc>
                <a:spcPct val="100000"/>
              </a:lnSpc>
              <a:spcBef>
                <a:spcPts val="0"/>
              </a:spcBef>
              <a:spcAft>
                <a:spcPts val="0"/>
              </a:spcAft>
              <a:buClr>
                <a:srgbClr val="FFFFFF"/>
              </a:buClr>
              <a:buSzPts val="2600"/>
              <a:buFont typeface="Arial"/>
              <a:buNone/>
            </a:pPr>
            <a:fld id="{00000000-1234-1234-1234-123412341234}" type="slidenum">
              <a:rPr b="1" i="0" lang="en-US" sz="2600" u="none">
                <a:solidFill>
                  <a:srgbClr val="FFFFFF"/>
                </a:solidFill>
                <a:latin typeface="Arial"/>
                <a:ea typeface="Arial"/>
                <a:cs typeface="Arial"/>
                <a:sym typeface="Arial"/>
              </a:rPr>
              <a:t>‹#›</a:t>
            </a:fld>
            <a:endParaRPr/>
          </a:p>
        </p:txBody>
      </p:sp>
      <p:pic>
        <p:nvPicPr>
          <p:cNvPr id="155" name="Google Shape;155;p22"/>
          <p:cNvPicPr preferRelativeResize="0"/>
          <p:nvPr/>
        </p:nvPicPr>
        <p:blipFill rotWithShape="1">
          <a:blip r:embed="rId3">
            <a:alphaModFix/>
          </a:blip>
          <a:srcRect b="0" l="0" r="0" t="0"/>
          <a:stretch/>
        </p:blipFill>
        <p:spPr>
          <a:xfrm>
            <a:off x="1066800" y="2590800"/>
            <a:ext cx="6702425" cy="327977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23"/>
          <p:cNvSpPr/>
          <p:nvPr>
            <p:ph type="title"/>
          </p:nvPr>
        </p:nvSpPr>
        <p:spPr>
          <a:xfrm>
            <a:off x="762000" y="1371600"/>
            <a:ext cx="5181600" cy="1066800"/>
          </a:xfrm>
          <a:prstGeom prst="roundRect">
            <a:avLst>
              <a:gd fmla="val 16667" name="adj"/>
            </a:avLst>
          </a:prstGeom>
          <a:noFill/>
          <a:ln>
            <a:noFill/>
          </a:ln>
        </p:spPr>
        <p:txBody>
          <a:bodyPr anchorCtr="0" anchor="b" bIns="45700" lIns="91425" spcFirstLastPara="1" rIns="91425" wrap="square" tIns="45700">
            <a:noAutofit/>
          </a:bodyPr>
          <a:lstStyle/>
          <a:p>
            <a:pPr indent="0" lvl="0" marL="0" marR="0" rtl="0" algn="l">
              <a:lnSpc>
                <a:spcPct val="90000"/>
              </a:lnSpc>
              <a:spcBef>
                <a:spcPts val="0"/>
              </a:spcBef>
              <a:spcAft>
                <a:spcPts val="0"/>
              </a:spcAft>
              <a:buClr>
                <a:srgbClr val="000000"/>
              </a:buClr>
              <a:buSzPts val="3600"/>
              <a:buFont typeface="Arial"/>
              <a:buNone/>
            </a:pPr>
            <a:r>
              <a:rPr b="1" i="0" lang="en-US" sz="3600" u="none" cap="none" strike="noStrike">
                <a:solidFill>
                  <a:srgbClr val="000000"/>
                </a:solidFill>
                <a:latin typeface="Arial"/>
                <a:ea typeface="Arial"/>
                <a:cs typeface="Arial"/>
                <a:sym typeface="Arial"/>
              </a:rPr>
              <a:t>Characteristics of Fingerprints </a:t>
            </a:r>
            <a:r>
              <a:rPr b="1" i="0" lang="en-US" sz="2000" u="none" cap="none" strike="noStrike">
                <a:solidFill>
                  <a:srgbClr val="000000"/>
                </a:solidFill>
                <a:latin typeface="Arial"/>
                <a:ea typeface="Arial"/>
                <a:cs typeface="Arial"/>
                <a:sym typeface="Arial"/>
              </a:rPr>
              <a:t>(continued)</a:t>
            </a:r>
            <a:br>
              <a:rPr b="1" i="0" lang="en-US" sz="3600" u="none" cap="none" strike="noStrike">
                <a:solidFill>
                  <a:srgbClr val="000000"/>
                </a:solidFill>
                <a:latin typeface="Arial"/>
                <a:ea typeface="Arial"/>
                <a:cs typeface="Arial"/>
                <a:sym typeface="Arial"/>
              </a:rPr>
            </a:br>
            <a:endParaRPr/>
          </a:p>
        </p:txBody>
      </p:sp>
      <p:sp>
        <p:nvSpPr>
          <p:cNvPr id="161" name="Google Shape;161;p23"/>
          <p:cNvSpPr txBox="1"/>
          <p:nvPr/>
        </p:nvSpPr>
        <p:spPr>
          <a:xfrm>
            <a:off x="84137" y="6242050"/>
            <a:ext cx="587375" cy="488950"/>
          </a:xfrm>
          <a:prstGeom prst="rect">
            <a:avLst/>
          </a:prstGeom>
          <a:noFill/>
          <a:ln>
            <a:noFill/>
          </a:ln>
        </p:spPr>
        <p:txBody>
          <a:bodyPr anchorCtr="1" anchor="b" bIns="45700" lIns="91425" spcFirstLastPara="1" rIns="91425" wrap="square" tIns="45700">
            <a:noAutofit/>
          </a:bodyPr>
          <a:lstStyle/>
          <a:p>
            <a:pPr indent="0" lvl="0" marL="0" marR="0" rtl="0" algn="l">
              <a:lnSpc>
                <a:spcPct val="100000"/>
              </a:lnSpc>
              <a:spcBef>
                <a:spcPts val="0"/>
              </a:spcBef>
              <a:spcAft>
                <a:spcPts val="0"/>
              </a:spcAft>
              <a:buClr>
                <a:srgbClr val="FFFFFF"/>
              </a:buClr>
              <a:buSzPts val="2600"/>
              <a:buFont typeface="Arial"/>
              <a:buNone/>
            </a:pPr>
            <a:fld id="{00000000-1234-1234-1234-123412341234}" type="slidenum">
              <a:rPr b="1" i="0" lang="en-US" sz="2600" u="none">
                <a:solidFill>
                  <a:srgbClr val="FFFFFF"/>
                </a:solidFill>
                <a:latin typeface="Arial"/>
                <a:ea typeface="Arial"/>
                <a:cs typeface="Arial"/>
                <a:sym typeface="Arial"/>
              </a:rPr>
              <a:t>‹#›</a:t>
            </a:fld>
            <a:endParaRPr/>
          </a:p>
        </p:txBody>
      </p:sp>
      <p:pic>
        <p:nvPicPr>
          <p:cNvPr id="162" name="Google Shape;162;p23"/>
          <p:cNvPicPr preferRelativeResize="0"/>
          <p:nvPr/>
        </p:nvPicPr>
        <p:blipFill rotWithShape="1">
          <a:blip r:embed="rId3">
            <a:alphaModFix/>
          </a:blip>
          <a:srcRect b="0" l="0" r="0" t="0"/>
          <a:stretch/>
        </p:blipFill>
        <p:spPr>
          <a:xfrm>
            <a:off x="1219200" y="2438400"/>
            <a:ext cx="4591050" cy="3719512"/>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24"/>
          <p:cNvSpPr/>
          <p:nvPr>
            <p:ph type="title"/>
          </p:nvPr>
        </p:nvSpPr>
        <p:spPr>
          <a:xfrm>
            <a:off x="762000" y="762000"/>
            <a:ext cx="7924800" cy="1143000"/>
          </a:xfrm>
          <a:prstGeom prst="roundRect">
            <a:avLst>
              <a:gd fmla="val 4680" name="adj"/>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000000"/>
              </a:buClr>
              <a:buSzPts val="3600"/>
              <a:buFont typeface="Arial"/>
              <a:buNone/>
            </a:pPr>
            <a:r>
              <a:rPr b="1" i="0" lang="en-US" sz="3600" u="none" cap="none" strike="noStrike">
                <a:solidFill>
                  <a:srgbClr val="000000"/>
                </a:solidFill>
                <a:latin typeface="Arial"/>
                <a:ea typeface="Arial"/>
                <a:cs typeface="Arial"/>
                <a:sym typeface="Arial"/>
              </a:rPr>
              <a:t>Characteristics of Fingerprints </a:t>
            </a:r>
            <a:r>
              <a:rPr b="1" i="0" lang="en-US" sz="2000" u="none" cap="none" strike="noStrike">
                <a:solidFill>
                  <a:srgbClr val="000000"/>
                </a:solidFill>
                <a:latin typeface="Arial"/>
                <a:ea typeface="Arial"/>
                <a:cs typeface="Arial"/>
                <a:sym typeface="Arial"/>
              </a:rPr>
              <a:t>(continued)</a:t>
            </a:r>
            <a:br>
              <a:rPr b="1" i="0" lang="en-US" sz="3600" u="none" cap="none" strike="noStrike">
                <a:solidFill>
                  <a:srgbClr val="000000"/>
                </a:solidFill>
                <a:latin typeface="Arial"/>
                <a:ea typeface="Arial"/>
                <a:cs typeface="Arial"/>
                <a:sym typeface="Arial"/>
              </a:rPr>
            </a:br>
            <a:endParaRPr/>
          </a:p>
        </p:txBody>
      </p:sp>
      <p:sp>
        <p:nvSpPr>
          <p:cNvPr id="168" name="Google Shape;168;p24"/>
          <p:cNvSpPr txBox="1"/>
          <p:nvPr/>
        </p:nvSpPr>
        <p:spPr>
          <a:xfrm>
            <a:off x="84137" y="6242050"/>
            <a:ext cx="587375" cy="488950"/>
          </a:xfrm>
          <a:prstGeom prst="rect">
            <a:avLst/>
          </a:prstGeom>
          <a:noFill/>
          <a:ln>
            <a:noFill/>
          </a:ln>
        </p:spPr>
        <p:txBody>
          <a:bodyPr anchorCtr="1" anchor="b" bIns="45700" lIns="91425" spcFirstLastPara="1" rIns="91425" wrap="square" tIns="45700">
            <a:noAutofit/>
          </a:bodyPr>
          <a:lstStyle/>
          <a:p>
            <a:pPr indent="0" lvl="0" marL="0" marR="0" rtl="0" algn="l">
              <a:lnSpc>
                <a:spcPct val="100000"/>
              </a:lnSpc>
              <a:spcBef>
                <a:spcPts val="0"/>
              </a:spcBef>
              <a:spcAft>
                <a:spcPts val="0"/>
              </a:spcAft>
              <a:buClr>
                <a:srgbClr val="FFFFFF"/>
              </a:buClr>
              <a:buSzPts val="2600"/>
              <a:buFont typeface="Arial"/>
              <a:buNone/>
            </a:pPr>
            <a:fld id="{00000000-1234-1234-1234-123412341234}" type="slidenum">
              <a:rPr b="1" i="0" lang="en-US" sz="2600" u="none">
                <a:solidFill>
                  <a:srgbClr val="FFFFFF"/>
                </a:solidFill>
                <a:latin typeface="Arial"/>
                <a:ea typeface="Arial"/>
                <a:cs typeface="Arial"/>
                <a:sym typeface="Arial"/>
              </a:rPr>
              <a:t>‹#›</a:t>
            </a:fld>
            <a:endParaRPr/>
          </a:p>
        </p:txBody>
      </p:sp>
      <p:pic>
        <p:nvPicPr>
          <p:cNvPr id="169" name="Google Shape;169;p24"/>
          <p:cNvPicPr preferRelativeResize="0"/>
          <p:nvPr/>
        </p:nvPicPr>
        <p:blipFill rotWithShape="1">
          <a:blip r:embed="rId3">
            <a:alphaModFix/>
          </a:blip>
          <a:srcRect b="0" l="0" r="0" t="0"/>
          <a:stretch/>
        </p:blipFill>
        <p:spPr>
          <a:xfrm>
            <a:off x="1066800" y="2057400"/>
            <a:ext cx="5291137" cy="1828800"/>
          </a:xfrm>
          <a:prstGeom prst="rect">
            <a:avLst/>
          </a:prstGeom>
          <a:noFill/>
          <a:ln>
            <a:noFill/>
          </a:ln>
        </p:spPr>
      </p:pic>
      <p:pic>
        <p:nvPicPr>
          <p:cNvPr id="170" name="Google Shape;170;p24"/>
          <p:cNvPicPr preferRelativeResize="0"/>
          <p:nvPr/>
        </p:nvPicPr>
        <p:blipFill rotWithShape="1">
          <a:blip r:embed="rId4">
            <a:alphaModFix/>
          </a:blip>
          <a:srcRect b="0" l="0" r="0" t="0"/>
          <a:stretch/>
        </p:blipFill>
        <p:spPr>
          <a:xfrm>
            <a:off x="6938962" y="2057400"/>
            <a:ext cx="1470025" cy="3719512"/>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25"/>
          <p:cNvSpPr/>
          <p:nvPr>
            <p:ph type="title"/>
          </p:nvPr>
        </p:nvSpPr>
        <p:spPr>
          <a:xfrm>
            <a:off x="762000" y="762000"/>
            <a:ext cx="7924800" cy="1143000"/>
          </a:xfrm>
          <a:prstGeom prst="roundRect">
            <a:avLst>
              <a:gd fmla="val 16667" name="adj"/>
            </a:avLst>
          </a:prstGeom>
          <a:noFill/>
          <a:ln>
            <a:noFill/>
          </a:ln>
        </p:spPr>
        <p:txBody>
          <a:bodyPr anchorCtr="0" anchor="b" bIns="45700" lIns="91425" spcFirstLastPara="1" rIns="91425" wrap="square" tIns="45700">
            <a:noAutofit/>
          </a:bodyPr>
          <a:lstStyle/>
          <a:p>
            <a:pPr indent="0" lvl="0" marL="0" marR="0" rtl="0" algn="l">
              <a:lnSpc>
                <a:spcPct val="90000"/>
              </a:lnSpc>
              <a:spcBef>
                <a:spcPts val="0"/>
              </a:spcBef>
              <a:spcAft>
                <a:spcPts val="0"/>
              </a:spcAft>
              <a:buClr>
                <a:srgbClr val="000000"/>
              </a:buClr>
              <a:buSzPts val="3600"/>
              <a:buFont typeface="Arial"/>
              <a:buNone/>
            </a:pPr>
            <a:r>
              <a:rPr b="1" i="0" lang="en-US" sz="3600" u="none" cap="none" strike="noStrike">
                <a:solidFill>
                  <a:srgbClr val="000000"/>
                </a:solidFill>
                <a:latin typeface="Arial"/>
                <a:ea typeface="Arial"/>
                <a:cs typeface="Arial"/>
                <a:sym typeface="Arial"/>
              </a:rPr>
              <a:t>Types of Fingerprints</a:t>
            </a:r>
            <a:endParaRPr/>
          </a:p>
        </p:txBody>
      </p:sp>
      <p:sp>
        <p:nvSpPr>
          <p:cNvPr id="176" name="Google Shape;176;p25"/>
          <p:cNvSpPr txBox="1"/>
          <p:nvPr>
            <p:ph idx="1" type="body"/>
          </p:nvPr>
        </p:nvSpPr>
        <p:spPr>
          <a:xfrm>
            <a:off x="838200" y="2362200"/>
            <a:ext cx="7693025" cy="3724275"/>
          </a:xfrm>
          <a:prstGeom prst="rect">
            <a:avLst/>
          </a:prstGeom>
          <a:noFill/>
          <a:ln>
            <a:noFill/>
          </a:ln>
        </p:spPr>
        <p:txBody>
          <a:bodyPr anchorCtr="0" anchor="t" bIns="45700" lIns="91425" spcFirstLastPara="1" rIns="91425" wrap="square" tIns="45700">
            <a:noAutofit/>
          </a:bodyPr>
          <a:lstStyle/>
          <a:p>
            <a:pPr indent="-342900" lvl="0" marL="342900" marR="0" rtl="0" algn="l">
              <a:lnSpc>
                <a:spcPct val="85000"/>
              </a:lnSpc>
              <a:spcBef>
                <a:spcPts val="0"/>
              </a:spcBef>
              <a:spcAft>
                <a:spcPts val="0"/>
              </a:spcAft>
              <a:buClr>
                <a:srgbClr val="EBB839"/>
              </a:buClr>
              <a:buSzPts val="1680"/>
              <a:buFont typeface="Arial"/>
              <a:buChar char="o"/>
            </a:pPr>
            <a:r>
              <a:rPr b="0" i="0" lang="en-US" sz="2800" u="none" cap="none" strike="noStrike">
                <a:solidFill>
                  <a:srgbClr val="005E5C"/>
                </a:solidFill>
                <a:latin typeface="Arial"/>
                <a:ea typeface="Arial"/>
                <a:cs typeface="Arial"/>
                <a:sym typeface="Arial"/>
              </a:rPr>
              <a:t>Patent fingerprints</a:t>
            </a:r>
            <a:endParaRPr/>
          </a:p>
          <a:p>
            <a:pPr indent="-342900" lvl="0" marL="342900" marR="0" rtl="0" algn="l">
              <a:lnSpc>
                <a:spcPct val="85000"/>
              </a:lnSpc>
              <a:spcBef>
                <a:spcPts val="980"/>
              </a:spcBef>
              <a:spcAft>
                <a:spcPts val="0"/>
              </a:spcAft>
              <a:buClr>
                <a:srgbClr val="EBB839"/>
              </a:buClr>
              <a:buSzPts val="1680"/>
              <a:buFont typeface="Arial"/>
              <a:buChar char="o"/>
            </a:pPr>
            <a:r>
              <a:rPr b="0" i="0" lang="en-US" sz="2800" u="none" cap="none" strike="noStrike">
                <a:solidFill>
                  <a:srgbClr val="005E5C"/>
                </a:solidFill>
                <a:latin typeface="Arial"/>
                <a:ea typeface="Arial"/>
                <a:cs typeface="Arial"/>
                <a:sym typeface="Arial"/>
              </a:rPr>
              <a:t>Plastic fingerprints</a:t>
            </a:r>
            <a:endParaRPr/>
          </a:p>
          <a:p>
            <a:pPr indent="-342900" lvl="0" marL="342900" marR="0" rtl="0" algn="l">
              <a:lnSpc>
                <a:spcPct val="85000"/>
              </a:lnSpc>
              <a:spcBef>
                <a:spcPts val="980"/>
              </a:spcBef>
              <a:spcAft>
                <a:spcPts val="0"/>
              </a:spcAft>
              <a:buClr>
                <a:srgbClr val="EBB839"/>
              </a:buClr>
              <a:buSzPts val="1680"/>
              <a:buFont typeface="Arial"/>
              <a:buChar char="o"/>
            </a:pPr>
            <a:r>
              <a:rPr b="0" i="0" lang="en-US" sz="2800" u="none" cap="none" strike="noStrike">
                <a:solidFill>
                  <a:srgbClr val="005E5C"/>
                </a:solidFill>
                <a:latin typeface="Arial"/>
                <a:ea typeface="Arial"/>
                <a:cs typeface="Arial"/>
                <a:sym typeface="Arial"/>
              </a:rPr>
              <a:t>Latent fingerprints</a:t>
            </a:r>
            <a:endParaRPr/>
          </a:p>
        </p:txBody>
      </p:sp>
      <p:sp>
        <p:nvSpPr>
          <p:cNvPr id="177" name="Google Shape;177;p25"/>
          <p:cNvSpPr txBox="1"/>
          <p:nvPr/>
        </p:nvSpPr>
        <p:spPr>
          <a:xfrm>
            <a:off x="84137" y="6242050"/>
            <a:ext cx="587375" cy="488950"/>
          </a:xfrm>
          <a:prstGeom prst="rect">
            <a:avLst/>
          </a:prstGeom>
          <a:noFill/>
          <a:ln>
            <a:noFill/>
          </a:ln>
        </p:spPr>
        <p:txBody>
          <a:bodyPr anchorCtr="1" anchor="b" bIns="45700" lIns="91425" spcFirstLastPara="1" rIns="91425" wrap="square" tIns="45700">
            <a:noAutofit/>
          </a:bodyPr>
          <a:lstStyle/>
          <a:p>
            <a:pPr indent="0" lvl="0" marL="0" marR="0" rtl="0" algn="l">
              <a:lnSpc>
                <a:spcPct val="100000"/>
              </a:lnSpc>
              <a:spcBef>
                <a:spcPts val="0"/>
              </a:spcBef>
              <a:spcAft>
                <a:spcPts val="0"/>
              </a:spcAft>
              <a:buClr>
                <a:srgbClr val="FFFFFF"/>
              </a:buClr>
              <a:buSzPts val="2600"/>
              <a:buFont typeface="Arial"/>
              <a:buNone/>
            </a:pPr>
            <a:fld id="{00000000-1234-1234-1234-123412341234}" type="slidenum">
              <a:rPr b="1" i="0" lang="en-US" sz="2600" u="none">
                <a:solidFill>
                  <a:srgbClr val="FFFFFF"/>
                </a:solidFill>
                <a:latin typeface="Arial"/>
                <a:ea typeface="Arial"/>
                <a:cs typeface="Arial"/>
                <a:sym typeface="Arial"/>
              </a:rPr>
              <a:t>‹#›</a:t>
            </a:fld>
            <a:endParaRPr/>
          </a:p>
        </p:txBody>
      </p:sp>
      <p:pic>
        <p:nvPicPr>
          <p:cNvPr id="178" name="Google Shape;178;p25"/>
          <p:cNvPicPr preferRelativeResize="0"/>
          <p:nvPr/>
        </p:nvPicPr>
        <p:blipFill rotWithShape="1">
          <a:blip r:embed="rId3">
            <a:alphaModFix/>
          </a:blip>
          <a:srcRect b="0" l="0" r="0" t="0"/>
          <a:stretch/>
        </p:blipFill>
        <p:spPr>
          <a:xfrm>
            <a:off x="4953000" y="2362200"/>
            <a:ext cx="2030412" cy="3719512"/>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26"/>
          <p:cNvSpPr txBox="1"/>
          <p:nvPr/>
        </p:nvSpPr>
        <p:spPr>
          <a:xfrm>
            <a:off x="84137" y="6242050"/>
            <a:ext cx="587375" cy="488950"/>
          </a:xfrm>
          <a:prstGeom prst="rect">
            <a:avLst/>
          </a:prstGeom>
          <a:noFill/>
          <a:ln>
            <a:noFill/>
          </a:ln>
        </p:spPr>
        <p:txBody>
          <a:bodyPr anchorCtr="1" anchor="b" bIns="45700" lIns="91425" spcFirstLastPara="1" rIns="91425" wrap="square" tIns="45700">
            <a:noAutofit/>
          </a:bodyPr>
          <a:lstStyle/>
          <a:p>
            <a:pPr indent="0" lvl="0" marL="0" marR="0" rtl="0" algn="l">
              <a:lnSpc>
                <a:spcPct val="100000"/>
              </a:lnSpc>
              <a:spcBef>
                <a:spcPts val="0"/>
              </a:spcBef>
              <a:spcAft>
                <a:spcPts val="0"/>
              </a:spcAft>
              <a:buClr>
                <a:srgbClr val="FFFFFF"/>
              </a:buClr>
              <a:buSzPts val="2600"/>
              <a:buFont typeface="Arial"/>
              <a:buNone/>
            </a:pPr>
            <a:fld id="{00000000-1234-1234-1234-123412341234}" type="slidenum">
              <a:rPr b="1" i="0" lang="en-US" sz="2600" u="none">
                <a:solidFill>
                  <a:srgbClr val="FFFFFF"/>
                </a:solidFill>
                <a:latin typeface="Arial"/>
                <a:ea typeface="Arial"/>
                <a:cs typeface="Arial"/>
                <a:sym typeface="Arial"/>
              </a:rPr>
              <a:t>‹#›</a:t>
            </a:fld>
            <a:endParaRPr/>
          </a:p>
        </p:txBody>
      </p:sp>
      <p:pic>
        <p:nvPicPr>
          <p:cNvPr id="184" name="Google Shape;184;p26"/>
          <p:cNvPicPr preferRelativeResize="0"/>
          <p:nvPr/>
        </p:nvPicPr>
        <p:blipFill rotWithShape="1">
          <a:blip r:embed="rId3">
            <a:alphaModFix/>
          </a:blip>
          <a:srcRect b="0" l="0" r="0" t="0"/>
          <a:stretch/>
        </p:blipFill>
        <p:spPr>
          <a:xfrm>
            <a:off x="1752600" y="457200"/>
            <a:ext cx="4292600" cy="5564187"/>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27"/>
          <p:cNvSpPr/>
          <p:nvPr>
            <p:ph type="title"/>
          </p:nvPr>
        </p:nvSpPr>
        <p:spPr>
          <a:xfrm>
            <a:off x="762000" y="762000"/>
            <a:ext cx="7924800" cy="1143000"/>
          </a:xfrm>
          <a:prstGeom prst="roundRect">
            <a:avLst>
              <a:gd fmla="val 16667" name="adj"/>
            </a:avLst>
          </a:prstGeom>
          <a:noFill/>
          <a:ln>
            <a:noFill/>
          </a:ln>
        </p:spPr>
        <p:txBody>
          <a:bodyPr anchorCtr="0" anchor="b" bIns="45700" lIns="91425" spcFirstLastPara="1" rIns="91425" wrap="square" tIns="45700">
            <a:noAutofit/>
          </a:bodyPr>
          <a:lstStyle/>
          <a:p>
            <a:pPr indent="0" lvl="0" marL="0" marR="0" rtl="0" algn="l">
              <a:lnSpc>
                <a:spcPct val="90000"/>
              </a:lnSpc>
              <a:spcBef>
                <a:spcPts val="0"/>
              </a:spcBef>
              <a:spcAft>
                <a:spcPts val="0"/>
              </a:spcAft>
              <a:buClr>
                <a:srgbClr val="000000"/>
              </a:buClr>
              <a:buSzPts val="3600"/>
              <a:buFont typeface="Arial"/>
              <a:buNone/>
            </a:pPr>
            <a:r>
              <a:rPr b="1" i="0" lang="en-US" sz="3600" u="none" cap="none" strike="noStrike">
                <a:solidFill>
                  <a:srgbClr val="000000"/>
                </a:solidFill>
                <a:latin typeface="Arial"/>
                <a:ea typeface="Arial"/>
                <a:cs typeface="Arial"/>
                <a:sym typeface="Arial"/>
              </a:rPr>
              <a:t>Fingerprint Forensic FAQs</a:t>
            </a:r>
            <a:endParaRPr/>
          </a:p>
        </p:txBody>
      </p:sp>
      <p:sp>
        <p:nvSpPr>
          <p:cNvPr id="190" name="Google Shape;190;p27"/>
          <p:cNvSpPr txBox="1"/>
          <p:nvPr>
            <p:ph idx="1" type="body"/>
          </p:nvPr>
        </p:nvSpPr>
        <p:spPr>
          <a:xfrm>
            <a:off x="838200" y="2362200"/>
            <a:ext cx="6248400" cy="3724275"/>
          </a:xfrm>
          <a:prstGeom prst="rect">
            <a:avLst/>
          </a:prstGeom>
          <a:noFill/>
          <a:ln>
            <a:noFill/>
          </a:ln>
        </p:spPr>
        <p:txBody>
          <a:bodyPr anchorCtr="0" anchor="t" bIns="45700" lIns="91425" spcFirstLastPara="1" rIns="91425" wrap="square" tIns="45700">
            <a:noAutofit/>
          </a:bodyPr>
          <a:lstStyle/>
          <a:p>
            <a:pPr indent="-342900" lvl="0" marL="342900" marR="0" rtl="0" algn="l">
              <a:lnSpc>
                <a:spcPct val="85000"/>
              </a:lnSpc>
              <a:spcBef>
                <a:spcPts val="0"/>
              </a:spcBef>
              <a:spcAft>
                <a:spcPts val="0"/>
              </a:spcAft>
              <a:buClr>
                <a:srgbClr val="EBB839"/>
              </a:buClr>
              <a:buSzPts val="1680"/>
              <a:buFont typeface="Arial"/>
              <a:buChar char="o"/>
            </a:pPr>
            <a:r>
              <a:rPr b="0" i="0" lang="en-US" sz="2800" u="none" cap="none" strike="noStrike">
                <a:solidFill>
                  <a:srgbClr val="005E5C"/>
                </a:solidFill>
                <a:latin typeface="Arial"/>
                <a:ea typeface="Arial"/>
                <a:cs typeface="Arial"/>
                <a:sym typeface="Arial"/>
              </a:rPr>
              <a:t>Can fingerprints be altered or disguised?</a:t>
            </a:r>
            <a:endParaRPr/>
          </a:p>
          <a:p>
            <a:pPr indent="-342900" lvl="0" marL="342900" marR="0" rtl="0" algn="l">
              <a:lnSpc>
                <a:spcPct val="85000"/>
              </a:lnSpc>
              <a:spcBef>
                <a:spcPts val="980"/>
              </a:spcBef>
              <a:spcAft>
                <a:spcPts val="0"/>
              </a:spcAft>
              <a:buClr>
                <a:srgbClr val="EBB839"/>
              </a:buClr>
              <a:buSzPts val="1680"/>
              <a:buFont typeface="Arial"/>
              <a:buChar char="o"/>
            </a:pPr>
            <a:r>
              <a:rPr b="0" i="0" lang="en-US" sz="2800" u="none" cap="none" strike="noStrike">
                <a:solidFill>
                  <a:srgbClr val="005E5C"/>
                </a:solidFill>
                <a:latin typeface="Arial"/>
                <a:ea typeface="Arial"/>
                <a:cs typeface="Arial"/>
                <a:sym typeface="Arial"/>
              </a:rPr>
              <a:t>How reliable is fingerprinting as a means of identification?</a:t>
            </a:r>
            <a:endParaRPr/>
          </a:p>
          <a:p>
            <a:pPr indent="-342900" lvl="0" marL="342900" marR="0" rtl="0" algn="l">
              <a:lnSpc>
                <a:spcPct val="85000"/>
              </a:lnSpc>
              <a:spcBef>
                <a:spcPts val="980"/>
              </a:spcBef>
              <a:spcAft>
                <a:spcPts val="0"/>
              </a:spcAft>
              <a:buClr>
                <a:srgbClr val="EBB839"/>
              </a:buClr>
              <a:buSzPts val="1680"/>
              <a:buFont typeface="Arial"/>
              <a:buChar char="o"/>
            </a:pPr>
            <a:r>
              <a:rPr b="0" i="0" lang="en-US" sz="2800" u="none" cap="none" strike="noStrike">
                <a:solidFill>
                  <a:srgbClr val="005E5C"/>
                </a:solidFill>
                <a:latin typeface="Arial"/>
                <a:ea typeface="Arial"/>
                <a:cs typeface="Arial"/>
                <a:sym typeface="Arial"/>
              </a:rPr>
              <a:t>How are fingerprints analyzed?</a:t>
            </a:r>
            <a:endParaRPr/>
          </a:p>
          <a:p>
            <a:pPr indent="-342900" lvl="0" marL="342900" marR="0" rtl="0" algn="l">
              <a:lnSpc>
                <a:spcPct val="85000"/>
              </a:lnSpc>
              <a:spcBef>
                <a:spcPts val="980"/>
              </a:spcBef>
              <a:spcAft>
                <a:spcPts val="0"/>
              </a:spcAft>
              <a:buClr>
                <a:srgbClr val="EBB839"/>
              </a:buClr>
              <a:buSzPts val="1680"/>
              <a:buFont typeface="Arial"/>
              <a:buChar char="o"/>
            </a:pPr>
            <a:r>
              <a:rPr b="0" i="0" lang="en-US" sz="2800" u="none" cap="none" strike="noStrike">
                <a:solidFill>
                  <a:srgbClr val="005E5C"/>
                </a:solidFill>
                <a:latin typeface="Arial"/>
                <a:ea typeface="Arial"/>
                <a:cs typeface="Arial"/>
                <a:sym typeface="Arial"/>
              </a:rPr>
              <a:t>How are latent fingerprints collected?</a:t>
            </a:r>
            <a:endParaRPr/>
          </a:p>
        </p:txBody>
      </p:sp>
      <p:sp>
        <p:nvSpPr>
          <p:cNvPr id="191" name="Google Shape;191;p27"/>
          <p:cNvSpPr txBox="1"/>
          <p:nvPr/>
        </p:nvSpPr>
        <p:spPr>
          <a:xfrm>
            <a:off x="84137" y="6242050"/>
            <a:ext cx="587375" cy="488950"/>
          </a:xfrm>
          <a:prstGeom prst="rect">
            <a:avLst/>
          </a:prstGeom>
          <a:noFill/>
          <a:ln>
            <a:noFill/>
          </a:ln>
        </p:spPr>
        <p:txBody>
          <a:bodyPr anchorCtr="1" anchor="b" bIns="45700" lIns="91425" spcFirstLastPara="1" rIns="91425" wrap="square" tIns="45700">
            <a:noAutofit/>
          </a:bodyPr>
          <a:lstStyle/>
          <a:p>
            <a:pPr indent="0" lvl="0" marL="0" marR="0" rtl="0" algn="l">
              <a:lnSpc>
                <a:spcPct val="100000"/>
              </a:lnSpc>
              <a:spcBef>
                <a:spcPts val="0"/>
              </a:spcBef>
              <a:spcAft>
                <a:spcPts val="0"/>
              </a:spcAft>
              <a:buClr>
                <a:srgbClr val="FFFFFF"/>
              </a:buClr>
              <a:buSzPts val="2600"/>
              <a:buFont typeface="Arial"/>
              <a:buNone/>
            </a:pPr>
            <a:fld id="{00000000-1234-1234-1234-123412341234}" type="slidenum">
              <a:rPr b="1" i="0" lang="en-US" sz="2600" u="none">
                <a:solidFill>
                  <a:srgbClr val="FFFFFF"/>
                </a:solidFill>
                <a:latin typeface="Arial"/>
                <a:ea typeface="Arial"/>
                <a:cs typeface="Arial"/>
                <a:sym typeface="Arial"/>
              </a:rPr>
              <a:t>‹#›</a:t>
            </a:fld>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28"/>
          <p:cNvSpPr txBox="1"/>
          <p:nvPr/>
        </p:nvSpPr>
        <p:spPr>
          <a:xfrm>
            <a:off x="84137" y="6242050"/>
            <a:ext cx="587375" cy="488950"/>
          </a:xfrm>
          <a:prstGeom prst="rect">
            <a:avLst/>
          </a:prstGeom>
          <a:noFill/>
          <a:ln>
            <a:noFill/>
          </a:ln>
        </p:spPr>
        <p:txBody>
          <a:bodyPr anchorCtr="1" anchor="b" bIns="45700" lIns="91425" spcFirstLastPara="1" rIns="91425" wrap="square" tIns="45700">
            <a:noAutofit/>
          </a:bodyPr>
          <a:lstStyle/>
          <a:p>
            <a:pPr indent="0" lvl="0" marL="0" marR="0" rtl="0" algn="l">
              <a:lnSpc>
                <a:spcPct val="100000"/>
              </a:lnSpc>
              <a:spcBef>
                <a:spcPts val="0"/>
              </a:spcBef>
              <a:spcAft>
                <a:spcPts val="0"/>
              </a:spcAft>
              <a:buClr>
                <a:srgbClr val="FFFFFF"/>
              </a:buClr>
              <a:buSzPts val="2600"/>
              <a:buFont typeface="Arial"/>
              <a:buNone/>
            </a:pPr>
            <a:fld id="{00000000-1234-1234-1234-123412341234}" type="slidenum">
              <a:rPr b="1" i="0" lang="en-US" sz="2600" u="none">
                <a:solidFill>
                  <a:srgbClr val="FFFFFF"/>
                </a:solidFill>
                <a:latin typeface="Arial"/>
                <a:ea typeface="Arial"/>
                <a:cs typeface="Arial"/>
                <a:sym typeface="Arial"/>
              </a:rPr>
              <a:t>‹#›</a:t>
            </a:fld>
            <a:endParaRPr/>
          </a:p>
        </p:txBody>
      </p:sp>
      <p:pic>
        <p:nvPicPr>
          <p:cNvPr id="197" name="Google Shape;197;p28"/>
          <p:cNvPicPr preferRelativeResize="0"/>
          <p:nvPr/>
        </p:nvPicPr>
        <p:blipFill rotWithShape="1">
          <a:blip r:embed="rId3">
            <a:alphaModFix/>
          </a:blip>
          <a:srcRect b="0" l="0" r="0" t="0"/>
          <a:stretch/>
        </p:blipFill>
        <p:spPr>
          <a:xfrm>
            <a:off x="1219200" y="850900"/>
            <a:ext cx="6283325" cy="486410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29"/>
          <p:cNvSpPr txBox="1"/>
          <p:nvPr/>
        </p:nvSpPr>
        <p:spPr>
          <a:xfrm>
            <a:off x="84137" y="6242050"/>
            <a:ext cx="587375" cy="488950"/>
          </a:xfrm>
          <a:prstGeom prst="rect">
            <a:avLst/>
          </a:prstGeom>
          <a:noFill/>
          <a:ln>
            <a:noFill/>
          </a:ln>
        </p:spPr>
        <p:txBody>
          <a:bodyPr anchorCtr="1" anchor="b" bIns="45700" lIns="91425" spcFirstLastPara="1" rIns="91425" wrap="square" tIns="45700">
            <a:noAutofit/>
          </a:bodyPr>
          <a:lstStyle/>
          <a:p>
            <a:pPr indent="0" lvl="0" marL="0" marR="0" rtl="0" algn="l">
              <a:lnSpc>
                <a:spcPct val="100000"/>
              </a:lnSpc>
              <a:spcBef>
                <a:spcPts val="0"/>
              </a:spcBef>
              <a:spcAft>
                <a:spcPts val="0"/>
              </a:spcAft>
              <a:buClr>
                <a:srgbClr val="FFFFFF"/>
              </a:buClr>
              <a:buSzPts val="2600"/>
              <a:buFont typeface="Arial"/>
              <a:buNone/>
            </a:pPr>
            <a:fld id="{00000000-1234-1234-1234-123412341234}" type="slidenum">
              <a:rPr b="1" i="0" lang="en-US" sz="2600" u="none">
                <a:solidFill>
                  <a:srgbClr val="FFFFFF"/>
                </a:solidFill>
                <a:latin typeface="Arial"/>
                <a:ea typeface="Arial"/>
                <a:cs typeface="Arial"/>
                <a:sym typeface="Arial"/>
              </a:rPr>
              <a:t>‹#›</a:t>
            </a:fld>
            <a:endParaRPr/>
          </a:p>
        </p:txBody>
      </p:sp>
      <p:pic>
        <p:nvPicPr>
          <p:cNvPr id="203" name="Google Shape;203;p29"/>
          <p:cNvPicPr preferRelativeResize="0"/>
          <p:nvPr/>
        </p:nvPicPr>
        <p:blipFill rotWithShape="1">
          <a:blip r:embed="rId3">
            <a:alphaModFix/>
          </a:blip>
          <a:srcRect b="0" l="0" r="0" t="0"/>
          <a:stretch/>
        </p:blipFill>
        <p:spPr>
          <a:xfrm>
            <a:off x="976312" y="1219200"/>
            <a:ext cx="6796087" cy="457200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30"/>
          <p:cNvSpPr txBox="1"/>
          <p:nvPr/>
        </p:nvSpPr>
        <p:spPr>
          <a:xfrm>
            <a:off x="84137" y="6242050"/>
            <a:ext cx="587375" cy="488950"/>
          </a:xfrm>
          <a:prstGeom prst="rect">
            <a:avLst/>
          </a:prstGeom>
          <a:noFill/>
          <a:ln>
            <a:noFill/>
          </a:ln>
        </p:spPr>
        <p:txBody>
          <a:bodyPr anchorCtr="1" anchor="b" bIns="45700" lIns="91425" spcFirstLastPara="1" rIns="91425" wrap="square" tIns="45700">
            <a:noAutofit/>
          </a:bodyPr>
          <a:lstStyle/>
          <a:p>
            <a:pPr indent="0" lvl="0" marL="0" marR="0" rtl="0" algn="l">
              <a:lnSpc>
                <a:spcPct val="100000"/>
              </a:lnSpc>
              <a:spcBef>
                <a:spcPts val="0"/>
              </a:spcBef>
              <a:spcAft>
                <a:spcPts val="0"/>
              </a:spcAft>
              <a:buClr>
                <a:srgbClr val="FFFFFF"/>
              </a:buClr>
              <a:buSzPts val="2600"/>
              <a:buFont typeface="Arial"/>
              <a:buNone/>
            </a:pPr>
            <a:fld id="{00000000-1234-1234-1234-123412341234}" type="slidenum">
              <a:rPr b="1" i="0" lang="en-US" sz="2600" u="none">
                <a:solidFill>
                  <a:srgbClr val="FFFFFF"/>
                </a:solidFill>
                <a:latin typeface="Arial"/>
                <a:ea typeface="Arial"/>
                <a:cs typeface="Arial"/>
                <a:sym typeface="Arial"/>
              </a:rPr>
              <a:t>‹#›</a:t>
            </a:fld>
            <a:endParaRPr/>
          </a:p>
        </p:txBody>
      </p:sp>
      <p:pic>
        <p:nvPicPr>
          <p:cNvPr id="209" name="Google Shape;209;p30"/>
          <p:cNvPicPr preferRelativeResize="0"/>
          <p:nvPr/>
        </p:nvPicPr>
        <p:blipFill rotWithShape="1">
          <a:blip r:embed="rId3">
            <a:alphaModFix/>
          </a:blip>
          <a:srcRect b="0" l="0" r="0" t="0"/>
          <a:stretch/>
        </p:blipFill>
        <p:spPr>
          <a:xfrm>
            <a:off x="914400" y="1524000"/>
            <a:ext cx="7605712" cy="3952875"/>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p31"/>
          <p:cNvSpPr/>
          <p:nvPr>
            <p:ph type="title"/>
          </p:nvPr>
        </p:nvSpPr>
        <p:spPr>
          <a:xfrm>
            <a:off x="762000" y="762000"/>
            <a:ext cx="7924800" cy="1143000"/>
          </a:xfrm>
          <a:prstGeom prst="roundRect">
            <a:avLst>
              <a:gd fmla="val 16667" name="adj"/>
            </a:avLst>
          </a:prstGeom>
          <a:noFill/>
          <a:ln>
            <a:noFill/>
          </a:ln>
        </p:spPr>
        <p:txBody>
          <a:bodyPr anchorCtr="0" anchor="b" bIns="45700" lIns="91425" spcFirstLastPara="1" rIns="91425" wrap="square" tIns="45700">
            <a:noAutofit/>
          </a:bodyPr>
          <a:lstStyle/>
          <a:p>
            <a:pPr indent="0" lvl="0" marL="0" marR="0" rtl="0" algn="l">
              <a:lnSpc>
                <a:spcPct val="90000"/>
              </a:lnSpc>
              <a:spcBef>
                <a:spcPts val="0"/>
              </a:spcBef>
              <a:spcAft>
                <a:spcPts val="0"/>
              </a:spcAft>
              <a:buClr>
                <a:srgbClr val="000000"/>
              </a:buClr>
              <a:buSzPts val="3600"/>
              <a:buFont typeface="Arial"/>
              <a:buNone/>
            </a:pPr>
            <a:r>
              <a:rPr b="1" i="0" lang="en-US" sz="3600" u="none" cap="none" strike="noStrike">
                <a:solidFill>
                  <a:srgbClr val="000000"/>
                </a:solidFill>
                <a:latin typeface="Arial"/>
                <a:ea typeface="Arial"/>
                <a:cs typeface="Arial"/>
                <a:sym typeface="Arial"/>
              </a:rPr>
              <a:t>The Future of Fingerprinting</a:t>
            </a:r>
            <a:endParaRPr/>
          </a:p>
        </p:txBody>
      </p:sp>
      <p:sp>
        <p:nvSpPr>
          <p:cNvPr id="215" name="Google Shape;215;p31"/>
          <p:cNvSpPr txBox="1"/>
          <p:nvPr>
            <p:ph idx="1" type="body"/>
          </p:nvPr>
        </p:nvSpPr>
        <p:spPr>
          <a:xfrm>
            <a:off x="838200" y="2362200"/>
            <a:ext cx="7467600" cy="3724275"/>
          </a:xfrm>
          <a:prstGeom prst="rect">
            <a:avLst/>
          </a:prstGeom>
          <a:noFill/>
          <a:ln>
            <a:noFill/>
          </a:ln>
        </p:spPr>
        <p:txBody>
          <a:bodyPr anchorCtr="0" anchor="t" bIns="45700" lIns="91425" spcFirstLastPara="1" rIns="91425" wrap="square" tIns="45700">
            <a:noAutofit/>
          </a:bodyPr>
          <a:lstStyle/>
          <a:p>
            <a:pPr indent="-342900" lvl="0" marL="342900" marR="0" rtl="0" algn="l">
              <a:lnSpc>
                <a:spcPct val="85000"/>
              </a:lnSpc>
              <a:spcBef>
                <a:spcPts val="0"/>
              </a:spcBef>
              <a:spcAft>
                <a:spcPts val="0"/>
              </a:spcAft>
              <a:buClr>
                <a:srgbClr val="EBB839"/>
              </a:buClr>
              <a:buSzPts val="1680"/>
              <a:buFont typeface="Arial"/>
              <a:buChar char="o"/>
            </a:pPr>
            <a:r>
              <a:rPr b="0" i="0" lang="en-US" sz="2800" u="none" cap="none" strike="noStrike">
                <a:solidFill>
                  <a:srgbClr val="005E5C"/>
                </a:solidFill>
                <a:latin typeface="Arial"/>
                <a:ea typeface="Arial"/>
                <a:cs typeface="Arial"/>
                <a:sym typeface="Arial"/>
              </a:rPr>
              <a:t>Fingerprints can be scanned at a resolution of 500 to 1000 dots per inch.</a:t>
            </a:r>
            <a:endParaRPr/>
          </a:p>
          <a:p>
            <a:pPr indent="-342900" lvl="0" marL="342900" marR="0" rtl="0" algn="l">
              <a:lnSpc>
                <a:spcPct val="85000"/>
              </a:lnSpc>
              <a:spcBef>
                <a:spcPts val="980"/>
              </a:spcBef>
              <a:spcAft>
                <a:spcPts val="0"/>
              </a:spcAft>
              <a:buClr>
                <a:srgbClr val="EBB839"/>
              </a:buClr>
              <a:buSzPts val="1680"/>
              <a:buFont typeface="Arial"/>
              <a:buChar char="o"/>
            </a:pPr>
            <a:r>
              <a:rPr b="0" i="0" lang="en-US" sz="2800" u="none" cap="none" strike="noStrike">
                <a:solidFill>
                  <a:srgbClr val="005E5C"/>
                </a:solidFill>
                <a:latin typeface="Arial"/>
                <a:ea typeface="Arial"/>
                <a:cs typeface="Arial"/>
                <a:sym typeface="Arial"/>
              </a:rPr>
              <a:t>Nanoparticles have been added to fingerprint powders making poor patterns appear even sharper.</a:t>
            </a:r>
            <a:endParaRPr/>
          </a:p>
          <a:p>
            <a:pPr indent="-342900" lvl="0" marL="342900" marR="0" rtl="0" algn="l">
              <a:lnSpc>
                <a:spcPct val="85000"/>
              </a:lnSpc>
              <a:spcBef>
                <a:spcPts val="980"/>
              </a:spcBef>
              <a:spcAft>
                <a:spcPts val="0"/>
              </a:spcAft>
              <a:buClr>
                <a:srgbClr val="EBB839"/>
              </a:buClr>
              <a:buSzPts val="1680"/>
              <a:buFont typeface="Arial"/>
              <a:buChar char="o"/>
            </a:pPr>
            <a:r>
              <a:rPr b="0" i="0" lang="en-US" sz="2800" u="none" cap="none" strike="noStrike">
                <a:solidFill>
                  <a:srgbClr val="005E5C"/>
                </a:solidFill>
                <a:latin typeface="Arial"/>
                <a:ea typeface="Arial"/>
                <a:cs typeface="Arial"/>
                <a:sym typeface="Arial"/>
              </a:rPr>
              <a:t>The materials that we touch leaves trace evidence on our fingers and hands, which is in turn is left behind on the objects we touch.</a:t>
            </a:r>
            <a:endParaRPr/>
          </a:p>
        </p:txBody>
      </p:sp>
      <p:sp>
        <p:nvSpPr>
          <p:cNvPr id="216" name="Google Shape;216;p31"/>
          <p:cNvSpPr txBox="1"/>
          <p:nvPr/>
        </p:nvSpPr>
        <p:spPr>
          <a:xfrm>
            <a:off x="84137" y="6242050"/>
            <a:ext cx="587375" cy="488950"/>
          </a:xfrm>
          <a:prstGeom prst="rect">
            <a:avLst/>
          </a:prstGeom>
          <a:noFill/>
          <a:ln>
            <a:noFill/>
          </a:ln>
        </p:spPr>
        <p:txBody>
          <a:bodyPr anchorCtr="1" anchor="b" bIns="45700" lIns="91425" spcFirstLastPara="1" rIns="91425" wrap="square" tIns="45700">
            <a:noAutofit/>
          </a:bodyPr>
          <a:lstStyle/>
          <a:p>
            <a:pPr indent="0" lvl="0" marL="0" marR="0" rtl="0" algn="l">
              <a:lnSpc>
                <a:spcPct val="100000"/>
              </a:lnSpc>
              <a:spcBef>
                <a:spcPts val="0"/>
              </a:spcBef>
              <a:spcAft>
                <a:spcPts val="0"/>
              </a:spcAft>
              <a:buClr>
                <a:srgbClr val="FFFFFF"/>
              </a:buClr>
              <a:buSzPts val="2600"/>
              <a:buFont typeface="Arial"/>
              <a:buNone/>
            </a:pPr>
            <a:fld id="{00000000-1234-1234-1234-123412341234}" type="slidenum">
              <a:rPr b="1" i="0" lang="en-US" sz="2600" u="none">
                <a:solidFill>
                  <a:srgbClr val="FFFFFF"/>
                </a:solidFill>
                <a:latin typeface="Arial"/>
                <a:ea typeface="Arial"/>
                <a:cs typeface="Arial"/>
                <a:sym typeface="Arial"/>
              </a:rPr>
              <a:t>‹#›</a:t>
            </a:fld>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sp>
        <p:nvSpPr>
          <p:cNvPr id="221" name="Google Shape;221;p32"/>
          <p:cNvSpPr txBox="1"/>
          <p:nvPr/>
        </p:nvSpPr>
        <p:spPr>
          <a:xfrm>
            <a:off x="84137" y="6242050"/>
            <a:ext cx="587375" cy="488950"/>
          </a:xfrm>
          <a:prstGeom prst="rect">
            <a:avLst/>
          </a:prstGeom>
          <a:noFill/>
          <a:ln>
            <a:noFill/>
          </a:ln>
        </p:spPr>
        <p:txBody>
          <a:bodyPr anchorCtr="1" anchor="b" bIns="45700" lIns="91425" spcFirstLastPara="1" rIns="91425" wrap="square" tIns="45700">
            <a:noAutofit/>
          </a:bodyPr>
          <a:lstStyle/>
          <a:p>
            <a:pPr indent="0" lvl="0" marL="0" marR="0" rtl="0" algn="l">
              <a:lnSpc>
                <a:spcPct val="100000"/>
              </a:lnSpc>
              <a:spcBef>
                <a:spcPts val="0"/>
              </a:spcBef>
              <a:spcAft>
                <a:spcPts val="0"/>
              </a:spcAft>
              <a:buClr>
                <a:srgbClr val="FFFFFF"/>
              </a:buClr>
              <a:buSzPts val="2600"/>
              <a:buFont typeface="Arial"/>
              <a:buNone/>
            </a:pPr>
            <a:fld id="{00000000-1234-1234-1234-123412341234}" type="slidenum">
              <a:rPr b="1" i="0" lang="en-US" sz="2600" u="none">
                <a:solidFill>
                  <a:srgbClr val="FFFFFF"/>
                </a:solidFill>
                <a:latin typeface="Arial"/>
                <a:ea typeface="Arial"/>
                <a:cs typeface="Arial"/>
                <a:sym typeface="Arial"/>
              </a:rPr>
              <a:t>‹#›</a:t>
            </a:fld>
            <a:endParaRPr/>
          </a:p>
        </p:txBody>
      </p:sp>
      <p:pic>
        <p:nvPicPr>
          <p:cNvPr id="222" name="Google Shape;222;p32"/>
          <p:cNvPicPr preferRelativeResize="0"/>
          <p:nvPr/>
        </p:nvPicPr>
        <p:blipFill rotWithShape="1">
          <a:blip r:embed="rId3">
            <a:alphaModFix/>
          </a:blip>
          <a:srcRect b="0" l="0" r="0" t="0"/>
          <a:stretch/>
        </p:blipFill>
        <p:spPr>
          <a:xfrm>
            <a:off x="2381250" y="490537"/>
            <a:ext cx="3125787" cy="5376862"/>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sp>
        <p:nvSpPr>
          <p:cNvPr id="227" name="Google Shape;227;p33"/>
          <p:cNvSpPr txBox="1"/>
          <p:nvPr/>
        </p:nvSpPr>
        <p:spPr>
          <a:xfrm>
            <a:off x="84137" y="6242050"/>
            <a:ext cx="587375" cy="488950"/>
          </a:xfrm>
          <a:prstGeom prst="rect">
            <a:avLst/>
          </a:prstGeom>
          <a:noFill/>
          <a:ln>
            <a:noFill/>
          </a:ln>
        </p:spPr>
        <p:txBody>
          <a:bodyPr anchorCtr="1" anchor="b" bIns="45700" lIns="91425" spcFirstLastPara="1" rIns="91425" wrap="square" tIns="45700">
            <a:noAutofit/>
          </a:bodyPr>
          <a:lstStyle/>
          <a:p>
            <a:pPr indent="0" lvl="0" marL="0" marR="0" rtl="0" algn="l">
              <a:lnSpc>
                <a:spcPct val="100000"/>
              </a:lnSpc>
              <a:spcBef>
                <a:spcPts val="0"/>
              </a:spcBef>
              <a:spcAft>
                <a:spcPts val="0"/>
              </a:spcAft>
              <a:buClr>
                <a:srgbClr val="FFFFFF"/>
              </a:buClr>
              <a:buSzPts val="2600"/>
              <a:buFont typeface="Arial"/>
              <a:buNone/>
            </a:pPr>
            <a:fld id="{00000000-1234-1234-1234-123412341234}" type="slidenum">
              <a:rPr b="1" i="0" lang="en-US" sz="2600" u="none">
                <a:solidFill>
                  <a:srgbClr val="FFFFFF"/>
                </a:solidFill>
                <a:latin typeface="Arial"/>
                <a:ea typeface="Arial"/>
                <a:cs typeface="Arial"/>
                <a:sym typeface="Arial"/>
              </a:rPr>
              <a:t>‹#›</a:t>
            </a:fld>
            <a:endParaRPr/>
          </a:p>
        </p:txBody>
      </p:sp>
      <p:pic>
        <p:nvPicPr>
          <p:cNvPr id="228" name="Google Shape;228;p33"/>
          <p:cNvPicPr preferRelativeResize="0"/>
          <p:nvPr/>
        </p:nvPicPr>
        <p:blipFill rotWithShape="1">
          <a:blip r:embed="rId3">
            <a:alphaModFix/>
          </a:blip>
          <a:srcRect b="0" l="0" r="0" t="0"/>
          <a:stretch/>
        </p:blipFill>
        <p:spPr>
          <a:xfrm>
            <a:off x="1214437" y="914400"/>
            <a:ext cx="6208712" cy="464820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34"/>
          <p:cNvSpPr txBox="1"/>
          <p:nvPr>
            <p:ph idx="1" type="body"/>
          </p:nvPr>
        </p:nvSpPr>
        <p:spPr>
          <a:xfrm>
            <a:off x="838200" y="2438400"/>
            <a:ext cx="7315200" cy="3724275"/>
          </a:xfrm>
          <a:prstGeom prst="rect">
            <a:avLst/>
          </a:prstGeom>
          <a:noFill/>
          <a:ln>
            <a:noFill/>
          </a:ln>
        </p:spPr>
        <p:txBody>
          <a:bodyPr anchorCtr="0" anchor="t" bIns="45700" lIns="91425" spcFirstLastPara="1" rIns="91425" wrap="square" tIns="45700">
            <a:noAutofit/>
          </a:bodyPr>
          <a:lstStyle/>
          <a:p>
            <a:pPr indent="-342900" lvl="0" marL="342900" marR="0" rtl="0" algn="l">
              <a:lnSpc>
                <a:spcPct val="85000"/>
              </a:lnSpc>
              <a:spcBef>
                <a:spcPts val="0"/>
              </a:spcBef>
              <a:spcAft>
                <a:spcPts val="0"/>
              </a:spcAft>
              <a:buClr>
                <a:srgbClr val="EBB839"/>
              </a:buClr>
              <a:buSzPts val="960"/>
              <a:buFont typeface="Arial"/>
              <a:buChar char="o"/>
            </a:pPr>
            <a:r>
              <a:rPr b="0" i="0" lang="en-US" sz="1600" u="none" cap="none" strike="noStrike">
                <a:solidFill>
                  <a:srgbClr val="005E5C"/>
                </a:solidFill>
                <a:latin typeface="Arial"/>
                <a:ea typeface="Arial"/>
                <a:cs typeface="Arial"/>
                <a:sym typeface="Arial"/>
              </a:rPr>
              <a:t>Humans have noticed the patterns on their hands for thousands of years, but it was not until 1684 that these patterns were described in detail. In the mid-1800s, the idea of a fingerprint’s uniqueness was studied, and the application of fingerprints to an identification system began. By the late 1800s, two effective systems were being used to identify criminals, and fingerprints were being collected as evidence in crimes.</a:t>
            </a:r>
            <a:endParaRPr/>
          </a:p>
          <a:p>
            <a:pPr indent="-342900" lvl="0" marL="342900" marR="0" rtl="0" algn="l">
              <a:lnSpc>
                <a:spcPct val="85000"/>
              </a:lnSpc>
              <a:spcBef>
                <a:spcPts val="560"/>
              </a:spcBef>
              <a:spcAft>
                <a:spcPts val="0"/>
              </a:spcAft>
              <a:buClr>
                <a:srgbClr val="EBB839"/>
              </a:buClr>
              <a:buSzPts val="960"/>
              <a:buFont typeface="Arial"/>
              <a:buChar char="o"/>
            </a:pPr>
            <a:r>
              <a:rPr b="0" i="0" lang="en-US" sz="1600" u="none" cap="none" strike="noStrike">
                <a:solidFill>
                  <a:srgbClr val="005E5C"/>
                </a:solidFill>
                <a:latin typeface="Arial"/>
                <a:ea typeface="Arial"/>
                <a:cs typeface="Arial"/>
                <a:sym typeface="Arial"/>
              </a:rPr>
              <a:t>The elevated regions in a fingerprint are called friction ridges. Fingerprints consist of several main ridge patterns, including whorls, loops, and arches. They have a core, which is an area where ridges separate or unite after running in a parallel direction. The triangular region located near a loop pattern, or whorl, is called a delta.</a:t>
            </a:r>
            <a:endParaRPr/>
          </a:p>
          <a:p>
            <a:pPr indent="-342900" lvl="0" marL="342900" marR="0" rtl="0" algn="l">
              <a:lnSpc>
                <a:spcPct val="85000"/>
              </a:lnSpc>
              <a:spcBef>
                <a:spcPts val="560"/>
              </a:spcBef>
              <a:spcAft>
                <a:spcPts val="0"/>
              </a:spcAft>
              <a:buClr>
                <a:srgbClr val="EBB839"/>
              </a:buClr>
              <a:buSzPts val="960"/>
              <a:buFont typeface="Arial"/>
              <a:buChar char="o"/>
            </a:pPr>
            <a:r>
              <a:rPr b="0" i="0" lang="en-US" sz="1600" u="none" cap="none" strike="noStrike">
                <a:solidFill>
                  <a:srgbClr val="005E5C"/>
                </a:solidFill>
                <a:latin typeface="Arial"/>
                <a:ea typeface="Arial"/>
                <a:cs typeface="Arial"/>
                <a:sym typeface="Arial"/>
              </a:rPr>
              <a:t>Fingerprints are formed in the womb at about week 10 of gestation. They are formed between two layers of skin, and their shape does not change during a person’s lifetime. They are unique to an individual. Not even identical twins have identical fingerprints. </a:t>
            </a:r>
            <a:endParaRPr/>
          </a:p>
        </p:txBody>
      </p:sp>
      <p:sp>
        <p:nvSpPr>
          <p:cNvPr id="234" name="Google Shape;234;p34"/>
          <p:cNvSpPr txBox="1"/>
          <p:nvPr/>
        </p:nvSpPr>
        <p:spPr>
          <a:xfrm>
            <a:off x="84137" y="6242050"/>
            <a:ext cx="587375" cy="488950"/>
          </a:xfrm>
          <a:prstGeom prst="rect">
            <a:avLst/>
          </a:prstGeom>
          <a:noFill/>
          <a:ln>
            <a:noFill/>
          </a:ln>
        </p:spPr>
        <p:txBody>
          <a:bodyPr anchorCtr="1" anchor="b" bIns="45700" lIns="91425" spcFirstLastPara="1" rIns="91425" wrap="square" tIns="45700">
            <a:noAutofit/>
          </a:bodyPr>
          <a:lstStyle/>
          <a:p>
            <a:pPr indent="0" lvl="0" marL="0" marR="0" rtl="0" algn="l">
              <a:lnSpc>
                <a:spcPct val="100000"/>
              </a:lnSpc>
              <a:spcBef>
                <a:spcPts val="0"/>
              </a:spcBef>
              <a:spcAft>
                <a:spcPts val="0"/>
              </a:spcAft>
              <a:buClr>
                <a:schemeClr val="lt1"/>
              </a:buClr>
              <a:buSzPts val="2600"/>
              <a:buFont typeface="Arial"/>
              <a:buNone/>
            </a:pPr>
            <a:fld id="{00000000-1234-1234-1234-123412341234}" type="slidenum">
              <a:rPr b="1" i="0" lang="en-US" sz="2600" u="none">
                <a:solidFill>
                  <a:schemeClr val="lt1"/>
                </a:solidFill>
                <a:latin typeface="Arial"/>
                <a:ea typeface="Arial"/>
                <a:cs typeface="Arial"/>
                <a:sym typeface="Arial"/>
              </a:rPr>
              <a:t>‹#›</a:t>
            </a:fld>
            <a:endParaRPr/>
          </a:p>
        </p:txBody>
      </p:sp>
      <p:sp>
        <p:nvSpPr>
          <p:cNvPr id="235" name="Google Shape;235;p34"/>
          <p:cNvSpPr txBox="1"/>
          <p:nvPr/>
        </p:nvSpPr>
        <p:spPr>
          <a:xfrm>
            <a:off x="990600" y="1066800"/>
            <a:ext cx="304800" cy="838200"/>
          </a:xfrm>
          <a:prstGeom prst="rect">
            <a:avLst/>
          </a:prstGeom>
          <a:solidFill>
            <a:srgbClr val="EBB839"/>
          </a:solidFill>
          <a:ln cap="flat" cmpd="sng" w="9525">
            <a:solidFill>
              <a:srgbClr val="EBB839"/>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36" name="Google Shape;236;p34"/>
          <p:cNvSpPr/>
          <p:nvPr>
            <p:ph type="title"/>
          </p:nvPr>
        </p:nvSpPr>
        <p:spPr>
          <a:xfrm>
            <a:off x="1219200" y="990600"/>
            <a:ext cx="6934200" cy="914400"/>
          </a:xfrm>
          <a:prstGeom prst="roundRect">
            <a:avLst>
              <a:gd fmla="val 16667" name="adj"/>
            </a:avLst>
          </a:prstGeom>
          <a:noFill/>
          <a:ln>
            <a:noFill/>
          </a:ln>
        </p:spPr>
        <p:txBody>
          <a:bodyPr anchorCtr="0" anchor="b" bIns="45700" lIns="91425" spcFirstLastPara="1" rIns="91425" wrap="square" tIns="45700">
            <a:noAutofit/>
          </a:bodyPr>
          <a:lstStyle/>
          <a:p>
            <a:pPr indent="0" lvl="0" marL="0" marR="0" rtl="0" algn="l">
              <a:lnSpc>
                <a:spcPct val="90000"/>
              </a:lnSpc>
              <a:spcBef>
                <a:spcPts val="0"/>
              </a:spcBef>
              <a:spcAft>
                <a:spcPts val="0"/>
              </a:spcAft>
              <a:buClr>
                <a:srgbClr val="000000"/>
              </a:buClr>
              <a:buSzPts val="3600"/>
              <a:buFont typeface="Arial"/>
              <a:buNone/>
            </a:pPr>
            <a:r>
              <a:rPr b="1" i="0" lang="en-US" sz="3600" u="none" cap="none" strike="noStrike">
                <a:solidFill>
                  <a:srgbClr val="000000"/>
                </a:solidFill>
                <a:latin typeface="Arial"/>
                <a:ea typeface="Arial"/>
                <a:cs typeface="Arial"/>
                <a:sym typeface="Arial"/>
              </a:rPr>
              <a:t> </a:t>
            </a:r>
            <a:r>
              <a:rPr b="1" i="0" lang="en-US" sz="3600" u="none" cap="none" strike="noStrike">
                <a:solidFill>
                  <a:srgbClr val="CC3300"/>
                </a:solidFill>
                <a:latin typeface="Arial"/>
                <a:ea typeface="Arial"/>
                <a:cs typeface="Arial"/>
                <a:sym typeface="Arial"/>
              </a:rPr>
              <a:t>Summary</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sp>
        <p:nvSpPr>
          <p:cNvPr id="241" name="Google Shape;241;p35"/>
          <p:cNvSpPr txBox="1"/>
          <p:nvPr>
            <p:ph idx="1" type="body"/>
          </p:nvPr>
        </p:nvSpPr>
        <p:spPr>
          <a:xfrm>
            <a:off x="838200" y="2438400"/>
            <a:ext cx="7315200" cy="3724275"/>
          </a:xfrm>
          <a:prstGeom prst="rect">
            <a:avLst/>
          </a:prstGeom>
          <a:noFill/>
          <a:ln>
            <a:noFill/>
          </a:ln>
        </p:spPr>
        <p:txBody>
          <a:bodyPr anchorCtr="0" anchor="t" bIns="45700" lIns="91425" spcFirstLastPara="1" rIns="91425" wrap="square" tIns="45700">
            <a:noAutofit/>
          </a:bodyPr>
          <a:lstStyle/>
          <a:p>
            <a:pPr indent="-342900" lvl="0" marL="342900" marR="0" rtl="0" algn="l">
              <a:lnSpc>
                <a:spcPct val="85000"/>
              </a:lnSpc>
              <a:spcBef>
                <a:spcPts val="0"/>
              </a:spcBef>
              <a:spcAft>
                <a:spcPts val="0"/>
              </a:spcAft>
              <a:buClr>
                <a:srgbClr val="EBB839"/>
              </a:buClr>
              <a:buSzPts val="1080"/>
              <a:buFont typeface="Arial"/>
              <a:buChar char="o"/>
            </a:pPr>
            <a:r>
              <a:rPr b="0" i="0" lang="en-US" sz="1800" u="none" cap="none" strike="noStrike">
                <a:solidFill>
                  <a:srgbClr val="005E5C"/>
                </a:solidFill>
                <a:latin typeface="Arial"/>
                <a:ea typeface="Arial"/>
                <a:cs typeface="Arial"/>
                <a:sym typeface="Arial"/>
              </a:rPr>
              <a:t>Fingerprints left on an object are created by the naturally occurring ridges in the skin of fingertips and secretions from sweat glands that leave small amounts of oils and salts when the ridges are pressed against an object. The residues leave an impression of the ridges found on the finger of the donor.</a:t>
            </a:r>
            <a:endParaRPr/>
          </a:p>
          <a:p>
            <a:pPr indent="-342900" lvl="0" marL="342900" marR="0" rtl="0" algn="l">
              <a:lnSpc>
                <a:spcPct val="85000"/>
              </a:lnSpc>
              <a:spcBef>
                <a:spcPts val="630"/>
              </a:spcBef>
              <a:spcAft>
                <a:spcPts val="0"/>
              </a:spcAft>
              <a:buClr>
                <a:srgbClr val="EBB839"/>
              </a:buClr>
              <a:buSzPts val="1080"/>
              <a:buFont typeface="Arial"/>
              <a:buChar char="o"/>
            </a:pPr>
            <a:r>
              <a:rPr b="0" i="0" lang="en-US" sz="1800" u="none" cap="none" strike="noStrike">
                <a:solidFill>
                  <a:srgbClr val="005E5C"/>
                </a:solidFill>
                <a:latin typeface="Arial"/>
                <a:ea typeface="Arial"/>
                <a:cs typeface="Arial"/>
                <a:sym typeface="Arial"/>
              </a:rPr>
              <a:t>The basic types of fingerprints are patent (visible) fingerprints, plastic (indentation) fingerprints, and latent (not visible to the unaided eye) fingerprints. They are characterized as loops, whorls, or arches, and are compared on the basis of their minutiae.</a:t>
            </a:r>
            <a:endParaRPr/>
          </a:p>
          <a:p>
            <a:pPr indent="-342900" lvl="0" marL="342900" marR="0" rtl="0" algn="l">
              <a:lnSpc>
                <a:spcPct val="85000"/>
              </a:lnSpc>
              <a:spcBef>
                <a:spcPts val="630"/>
              </a:spcBef>
              <a:spcAft>
                <a:spcPts val="0"/>
              </a:spcAft>
              <a:buClr>
                <a:srgbClr val="EBB839"/>
              </a:buClr>
              <a:buSzPts val="1080"/>
              <a:buFont typeface="Arial"/>
              <a:buChar char="o"/>
            </a:pPr>
            <a:r>
              <a:rPr b="0" i="0" lang="en-US" sz="1800" u="none" cap="none" strike="noStrike">
                <a:solidFill>
                  <a:srgbClr val="005E5C"/>
                </a:solidFill>
                <a:latin typeface="Arial"/>
                <a:ea typeface="Arial"/>
                <a:cs typeface="Arial"/>
                <a:sym typeface="Arial"/>
              </a:rPr>
              <a:t>Criminals have sought to alter their fingerprints with chemicals, surgery, and superficial destruction. Some fingerprints can temporarily be altered by long-term contact with rough surfaces. Attempts at permanent fingerprint alteration have not been successful. </a:t>
            </a:r>
            <a:endParaRPr/>
          </a:p>
        </p:txBody>
      </p:sp>
      <p:sp>
        <p:nvSpPr>
          <p:cNvPr id="242" name="Google Shape;242;p35"/>
          <p:cNvSpPr txBox="1"/>
          <p:nvPr/>
        </p:nvSpPr>
        <p:spPr>
          <a:xfrm>
            <a:off x="84137" y="6242050"/>
            <a:ext cx="587375" cy="488950"/>
          </a:xfrm>
          <a:prstGeom prst="rect">
            <a:avLst/>
          </a:prstGeom>
          <a:noFill/>
          <a:ln>
            <a:noFill/>
          </a:ln>
        </p:spPr>
        <p:txBody>
          <a:bodyPr anchorCtr="1" anchor="b" bIns="45700" lIns="91425" spcFirstLastPara="1" rIns="91425" wrap="square" tIns="45700">
            <a:noAutofit/>
          </a:bodyPr>
          <a:lstStyle/>
          <a:p>
            <a:pPr indent="0" lvl="0" marL="0" marR="0" rtl="0" algn="l">
              <a:lnSpc>
                <a:spcPct val="100000"/>
              </a:lnSpc>
              <a:spcBef>
                <a:spcPts val="0"/>
              </a:spcBef>
              <a:spcAft>
                <a:spcPts val="0"/>
              </a:spcAft>
              <a:buClr>
                <a:schemeClr val="lt1"/>
              </a:buClr>
              <a:buSzPts val="2600"/>
              <a:buFont typeface="Arial"/>
              <a:buNone/>
            </a:pPr>
            <a:fld id="{00000000-1234-1234-1234-123412341234}" type="slidenum">
              <a:rPr b="1" i="0" lang="en-US" sz="2600" u="none">
                <a:solidFill>
                  <a:schemeClr val="lt1"/>
                </a:solidFill>
                <a:latin typeface="Arial"/>
                <a:ea typeface="Arial"/>
                <a:cs typeface="Arial"/>
                <a:sym typeface="Arial"/>
              </a:rPr>
              <a:t>‹#›</a:t>
            </a:fld>
            <a:endParaRPr/>
          </a:p>
        </p:txBody>
      </p:sp>
      <p:sp>
        <p:nvSpPr>
          <p:cNvPr id="243" name="Google Shape;243;p35"/>
          <p:cNvSpPr txBox="1"/>
          <p:nvPr/>
        </p:nvSpPr>
        <p:spPr>
          <a:xfrm>
            <a:off x="990600" y="1066800"/>
            <a:ext cx="304800" cy="838200"/>
          </a:xfrm>
          <a:prstGeom prst="rect">
            <a:avLst/>
          </a:prstGeom>
          <a:solidFill>
            <a:srgbClr val="EBB839"/>
          </a:solidFill>
          <a:ln cap="flat" cmpd="sng" w="9525">
            <a:solidFill>
              <a:srgbClr val="EBB839"/>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44" name="Google Shape;244;p35"/>
          <p:cNvSpPr/>
          <p:nvPr>
            <p:ph type="title"/>
          </p:nvPr>
        </p:nvSpPr>
        <p:spPr>
          <a:xfrm>
            <a:off x="1219200" y="990600"/>
            <a:ext cx="6934200" cy="914400"/>
          </a:xfrm>
          <a:prstGeom prst="roundRect">
            <a:avLst>
              <a:gd fmla="val 16667" name="adj"/>
            </a:avLst>
          </a:prstGeom>
          <a:noFill/>
          <a:ln>
            <a:noFill/>
          </a:ln>
        </p:spPr>
        <p:txBody>
          <a:bodyPr anchorCtr="0" anchor="b" bIns="45700" lIns="91425" spcFirstLastPara="1" rIns="91425" wrap="square" tIns="45700">
            <a:noAutofit/>
          </a:bodyPr>
          <a:lstStyle/>
          <a:p>
            <a:pPr indent="0" lvl="0" marL="0" marR="0" rtl="0" algn="l">
              <a:lnSpc>
                <a:spcPct val="90000"/>
              </a:lnSpc>
              <a:spcBef>
                <a:spcPts val="0"/>
              </a:spcBef>
              <a:spcAft>
                <a:spcPts val="0"/>
              </a:spcAft>
              <a:buClr>
                <a:srgbClr val="000000"/>
              </a:buClr>
              <a:buSzPts val="3600"/>
              <a:buFont typeface="Arial"/>
              <a:buNone/>
            </a:pPr>
            <a:r>
              <a:rPr b="1" i="0" lang="en-US" sz="3600" u="none" cap="none" strike="noStrike">
                <a:solidFill>
                  <a:srgbClr val="000000"/>
                </a:solidFill>
                <a:latin typeface="Arial"/>
                <a:ea typeface="Arial"/>
                <a:cs typeface="Arial"/>
                <a:sym typeface="Arial"/>
              </a:rPr>
              <a:t> </a:t>
            </a:r>
            <a:r>
              <a:rPr b="1" i="0" lang="en-US" sz="3600" u="none" cap="none" strike="noStrike">
                <a:solidFill>
                  <a:srgbClr val="CC3300"/>
                </a:solidFill>
                <a:latin typeface="Arial"/>
                <a:ea typeface="Arial"/>
                <a:cs typeface="Arial"/>
                <a:sym typeface="Arial"/>
              </a:rPr>
              <a:t>Summary </a:t>
            </a:r>
            <a:r>
              <a:rPr b="1" i="0" lang="en-US" sz="2000" u="none" cap="none" strike="noStrike">
                <a:solidFill>
                  <a:srgbClr val="000000"/>
                </a:solidFill>
                <a:latin typeface="Arial"/>
                <a:ea typeface="Arial"/>
                <a:cs typeface="Arial"/>
                <a:sym typeface="Arial"/>
              </a:rPr>
              <a:t>(continued)</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p36"/>
          <p:cNvSpPr txBox="1"/>
          <p:nvPr>
            <p:ph idx="1" type="body"/>
          </p:nvPr>
        </p:nvSpPr>
        <p:spPr>
          <a:xfrm>
            <a:off x="838200" y="2438400"/>
            <a:ext cx="7239000" cy="3724275"/>
          </a:xfrm>
          <a:prstGeom prst="rect">
            <a:avLst/>
          </a:prstGeom>
          <a:noFill/>
          <a:ln>
            <a:noFill/>
          </a:ln>
        </p:spPr>
        <p:txBody>
          <a:bodyPr anchorCtr="0" anchor="t" bIns="45700" lIns="91425" spcFirstLastPara="1" rIns="91425" wrap="square" tIns="45700">
            <a:noAutofit/>
          </a:bodyPr>
          <a:lstStyle/>
          <a:p>
            <a:pPr indent="-342900" lvl="0" marL="342900" marR="0" rtl="0" algn="l">
              <a:lnSpc>
                <a:spcPct val="85000"/>
              </a:lnSpc>
              <a:spcBef>
                <a:spcPts val="0"/>
              </a:spcBef>
              <a:spcAft>
                <a:spcPts val="0"/>
              </a:spcAft>
              <a:buClr>
                <a:srgbClr val="EBB839"/>
              </a:buClr>
              <a:buSzPts val="1200"/>
              <a:buFont typeface="Arial"/>
              <a:buChar char="o"/>
            </a:pPr>
            <a:r>
              <a:rPr b="0" i="0" lang="en-US" sz="2000" u="none" cap="none" strike="noStrike">
                <a:solidFill>
                  <a:srgbClr val="005E5C"/>
                </a:solidFill>
                <a:latin typeface="Arial"/>
                <a:ea typeface="Arial"/>
                <a:cs typeface="Arial"/>
                <a:sym typeface="Arial"/>
              </a:rPr>
              <a:t>Mistakes in fingerprint analysis have led to wrongful convictions, mostly because of human error. New forensic standards are being developed through the Scientific Working Groups and the Organization of Scientific Area Committees.</a:t>
            </a:r>
            <a:endParaRPr/>
          </a:p>
          <a:p>
            <a:pPr indent="-342900" lvl="0" marL="342900" marR="0" rtl="0" algn="l">
              <a:lnSpc>
                <a:spcPct val="85000"/>
              </a:lnSpc>
              <a:spcBef>
                <a:spcPts val="700"/>
              </a:spcBef>
              <a:spcAft>
                <a:spcPts val="0"/>
              </a:spcAft>
              <a:buClr>
                <a:srgbClr val="EBB839"/>
              </a:buClr>
              <a:buSzPts val="1200"/>
              <a:buFont typeface="Arial"/>
              <a:buChar char="o"/>
            </a:pPr>
            <a:r>
              <a:rPr b="0" i="0" lang="en-US" sz="2000" u="none" cap="none" strike="noStrike">
                <a:solidFill>
                  <a:srgbClr val="005E5C"/>
                </a:solidFill>
                <a:latin typeface="Arial"/>
                <a:ea typeface="Arial"/>
                <a:cs typeface="Arial"/>
                <a:sym typeface="Arial"/>
              </a:rPr>
              <a:t>The Integrated Automated Fingerprint Identification System (IAFIS) is a national database that holds more than 76 million fingerprint, identifying mark, and criminal history records.</a:t>
            </a:r>
            <a:endParaRPr/>
          </a:p>
          <a:p>
            <a:pPr indent="-342900" lvl="0" marL="342900" marR="0" rtl="0" algn="l">
              <a:lnSpc>
                <a:spcPct val="85000"/>
              </a:lnSpc>
              <a:spcBef>
                <a:spcPts val="700"/>
              </a:spcBef>
              <a:spcAft>
                <a:spcPts val="0"/>
              </a:spcAft>
              <a:buClr>
                <a:srgbClr val="EBB839"/>
              </a:buClr>
              <a:buSzPts val="1200"/>
              <a:buFont typeface="Arial"/>
              <a:buChar char="o"/>
            </a:pPr>
            <a:r>
              <a:rPr b="0" i="0" lang="en-US" sz="2000" u="none" cap="none" strike="noStrike">
                <a:solidFill>
                  <a:srgbClr val="005E5C"/>
                </a:solidFill>
                <a:latin typeface="Arial"/>
                <a:ea typeface="Arial"/>
                <a:cs typeface="Arial"/>
                <a:sym typeface="Arial"/>
              </a:rPr>
              <a:t>Fingerprints can be collected from surfaces by dusting them with certain powders and impressing them on tape, or putting them into contact with certain chemicals that help reveal the fingerprints.</a:t>
            </a:r>
            <a:endParaRPr/>
          </a:p>
        </p:txBody>
      </p:sp>
      <p:sp>
        <p:nvSpPr>
          <p:cNvPr id="250" name="Google Shape;250;p36"/>
          <p:cNvSpPr txBox="1"/>
          <p:nvPr/>
        </p:nvSpPr>
        <p:spPr>
          <a:xfrm>
            <a:off x="84137" y="6242050"/>
            <a:ext cx="587375" cy="488950"/>
          </a:xfrm>
          <a:prstGeom prst="rect">
            <a:avLst/>
          </a:prstGeom>
          <a:noFill/>
          <a:ln>
            <a:noFill/>
          </a:ln>
        </p:spPr>
        <p:txBody>
          <a:bodyPr anchorCtr="1" anchor="b" bIns="45700" lIns="91425" spcFirstLastPara="1" rIns="91425" wrap="square" tIns="45700">
            <a:noAutofit/>
          </a:bodyPr>
          <a:lstStyle/>
          <a:p>
            <a:pPr indent="0" lvl="0" marL="0" marR="0" rtl="0" algn="l">
              <a:lnSpc>
                <a:spcPct val="100000"/>
              </a:lnSpc>
              <a:spcBef>
                <a:spcPts val="0"/>
              </a:spcBef>
              <a:spcAft>
                <a:spcPts val="0"/>
              </a:spcAft>
              <a:buClr>
                <a:schemeClr val="lt1"/>
              </a:buClr>
              <a:buSzPts val="2600"/>
              <a:buFont typeface="Arial"/>
              <a:buNone/>
            </a:pPr>
            <a:fld id="{00000000-1234-1234-1234-123412341234}" type="slidenum">
              <a:rPr b="1" i="0" lang="en-US" sz="2600" u="none">
                <a:solidFill>
                  <a:schemeClr val="lt1"/>
                </a:solidFill>
                <a:latin typeface="Arial"/>
                <a:ea typeface="Arial"/>
                <a:cs typeface="Arial"/>
                <a:sym typeface="Arial"/>
              </a:rPr>
              <a:t>‹#›</a:t>
            </a:fld>
            <a:endParaRPr/>
          </a:p>
        </p:txBody>
      </p:sp>
      <p:sp>
        <p:nvSpPr>
          <p:cNvPr id="251" name="Google Shape;251;p36"/>
          <p:cNvSpPr txBox="1"/>
          <p:nvPr/>
        </p:nvSpPr>
        <p:spPr>
          <a:xfrm>
            <a:off x="990600" y="1066800"/>
            <a:ext cx="304800" cy="838200"/>
          </a:xfrm>
          <a:prstGeom prst="rect">
            <a:avLst/>
          </a:prstGeom>
          <a:solidFill>
            <a:srgbClr val="EBB839"/>
          </a:solidFill>
          <a:ln cap="flat" cmpd="sng" w="9525">
            <a:solidFill>
              <a:srgbClr val="EBB839"/>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52" name="Google Shape;252;p36"/>
          <p:cNvSpPr/>
          <p:nvPr>
            <p:ph type="title"/>
          </p:nvPr>
        </p:nvSpPr>
        <p:spPr>
          <a:xfrm>
            <a:off x="1219200" y="990600"/>
            <a:ext cx="6934200" cy="914400"/>
          </a:xfrm>
          <a:prstGeom prst="roundRect">
            <a:avLst>
              <a:gd fmla="val 16667" name="adj"/>
            </a:avLst>
          </a:prstGeom>
          <a:noFill/>
          <a:ln>
            <a:noFill/>
          </a:ln>
        </p:spPr>
        <p:txBody>
          <a:bodyPr anchorCtr="0" anchor="b" bIns="45700" lIns="91425" spcFirstLastPara="1" rIns="91425" wrap="square" tIns="45700">
            <a:noAutofit/>
          </a:bodyPr>
          <a:lstStyle/>
          <a:p>
            <a:pPr indent="0" lvl="0" marL="0" marR="0" rtl="0" algn="l">
              <a:lnSpc>
                <a:spcPct val="90000"/>
              </a:lnSpc>
              <a:spcBef>
                <a:spcPts val="0"/>
              </a:spcBef>
              <a:spcAft>
                <a:spcPts val="0"/>
              </a:spcAft>
              <a:buClr>
                <a:srgbClr val="000000"/>
              </a:buClr>
              <a:buSzPts val="3600"/>
              <a:buFont typeface="Arial"/>
              <a:buNone/>
            </a:pPr>
            <a:r>
              <a:rPr b="1" i="0" lang="en-US" sz="3600" u="none" cap="none" strike="noStrike">
                <a:solidFill>
                  <a:srgbClr val="000000"/>
                </a:solidFill>
                <a:latin typeface="Arial"/>
                <a:ea typeface="Arial"/>
                <a:cs typeface="Arial"/>
                <a:sym typeface="Arial"/>
              </a:rPr>
              <a:t> </a:t>
            </a:r>
            <a:r>
              <a:rPr b="1" i="0" lang="en-US" sz="3600" u="none" cap="none" strike="noStrike">
                <a:solidFill>
                  <a:srgbClr val="CC3300"/>
                </a:solidFill>
                <a:latin typeface="Arial"/>
                <a:ea typeface="Arial"/>
                <a:cs typeface="Arial"/>
                <a:sym typeface="Arial"/>
              </a:rPr>
              <a:t>Summary </a:t>
            </a:r>
            <a:r>
              <a:rPr b="1" i="0" lang="en-US" sz="2000" u="none" cap="none" strike="noStrike">
                <a:solidFill>
                  <a:srgbClr val="000000"/>
                </a:solidFill>
                <a:latin typeface="Arial"/>
                <a:ea typeface="Arial"/>
                <a:cs typeface="Arial"/>
                <a:sym typeface="Arial"/>
              </a:rPr>
              <a:t>(continued)</a:t>
            </a:r>
            <a:endParaRPr/>
          </a:p>
        </p:txBody>
      </p:sp>
    </p:spTree>
  </p:cSld>
  <p:clrMapOvr>
    <a:masterClrMapping/>
  </p:clrMapOvr>
</p:sld>
</file>

<file path=ppt/theme/theme1.xml><?xml version="1.0" encoding="utf-8"?>
<a:theme xmlns:a="http://schemas.openxmlformats.org/drawingml/2006/main" xmlns:r="http://schemas.openxmlformats.org/officeDocument/2006/relationships" name="5_Capsules">
  <a:themeElements>
    <a:clrScheme name="1_Capsules 1">
      <a:dk1>
        <a:srgbClr val="003366"/>
      </a:dk1>
      <a:lt1>
        <a:srgbClr val="FFFFFF"/>
      </a:lt1>
      <a:dk2>
        <a:srgbClr val="006666"/>
      </a:dk2>
      <a:lt2>
        <a:srgbClr val="666699"/>
      </a:lt2>
      <a:accent1>
        <a:srgbClr val="33CCCC"/>
      </a:accent1>
      <a:accent2>
        <a:srgbClr val="99CC99"/>
      </a:accent2>
      <a:accent3>
        <a:srgbClr val="FFFFFF"/>
      </a:accent3>
      <a:accent4>
        <a:srgbClr val="002A56"/>
      </a:accent4>
      <a:accent5>
        <a:srgbClr val="ADE2E2"/>
      </a:accent5>
      <a:accent6>
        <a:srgbClr val="8AB98A"/>
      </a:accent6>
      <a:hlink>
        <a:srgbClr val="003366"/>
      </a:hlink>
      <a:folHlink>
        <a:srgbClr val="CC99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6_Capsules">
  <a:themeElements>
    <a:clrScheme name="1_Capsules 1">
      <a:dk1>
        <a:srgbClr val="003366"/>
      </a:dk1>
      <a:lt1>
        <a:srgbClr val="FFFFFF"/>
      </a:lt1>
      <a:dk2>
        <a:srgbClr val="006666"/>
      </a:dk2>
      <a:lt2>
        <a:srgbClr val="666699"/>
      </a:lt2>
      <a:accent1>
        <a:srgbClr val="33CCCC"/>
      </a:accent1>
      <a:accent2>
        <a:srgbClr val="99CC99"/>
      </a:accent2>
      <a:accent3>
        <a:srgbClr val="FFFFFF"/>
      </a:accent3>
      <a:accent4>
        <a:srgbClr val="002A56"/>
      </a:accent4>
      <a:accent5>
        <a:srgbClr val="ADE2E2"/>
      </a:accent5>
      <a:accent6>
        <a:srgbClr val="8AB98A"/>
      </a:accent6>
      <a:hlink>
        <a:srgbClr val="003366"/>
      </a:hlink>
      <a:folHlink>
        <a:srgbClr val="CC99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2_Capsules">
  <a:themeElements>
    <a:clrScheme name="1_Capsules 1">
      <a:dk1>
        <a:srgbClr val="003366"/>
      </a:dk1>
      <a:lt1>
        <a:srgbClr val="FFFFFF"/>
      </a:lt1>
      <a:dk2>
        <a:srgbClr val="006666"/>
      </a:dk2>
      <a:lt2>
        <a:srgbClr val="666699"/>
      </a:lt2>
      <a:accent1>
        <a:srgbClr val="33CCCC"/>
      </a:accent1>
      <a:accent2>
        <a:srgbClr val="99CC99"/>
      </a:accent2>
      <a:accent3>
        <a:srgbClr val="FFFFFF"/>
      </a:accent3>
      <a:accent4>
        <a:srgbClr val="002A56"/>
      </a:accent4>
      <a:accent5>
        <a:srgbClr val="ADE2E2"/>
      </a:accent5>
      <a:accent6>
        <a:srgbClr val="8AB98A"/>
      </a:accent6>
      <a:hlink>
        <a:srgbClr val="003366"/>
      </a:hlink>
      <a:folHlink>
        <a:srgbClr val="CC99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xmlns:r="http://schemas.openxmlformats.org/officeDocument/2006/relationships" name="1_Capsules">
  <a:themeElements>
    <a:clrScheme name="1_Capsules 1">
      <a:dk1>
        <a:srgbClr val="003366"/>
      </a:dk1>
      <a:lt1>
        <a:srgbClr val="FFFFFF"/>
      </a:lt1>
      <a:dk2>
        <a:srgbClr val="006666"/>
      </a:dk2>
      <a:lt2>
        <a:srgbClr val="666699"/>
      </a:lt2>
      <a:accent1>
        <a:srgbClr val="33CCCC"/>
      </a:accent1>
      <a:accent2>
        <a:srgbClr val="99CC99"/>
      </a:accent2>
      <a:accent3>
        <a:srgbClr val="FFFFFF"/>
      </a:accent3>
      <a:accent4>
        <a:srgbClr val="002A56"/>
      </a:accent4>
      <a:accent5>
        <a:srgbClr val="ADE2E2"/>
      </a:accent5>
      <a:accent6>
        <a:srgbClr val="8AB98A"/>
      </a:accent6>
      <a:hlink>
        <a:srgbClr val="003366"/>
      </a:hlink>
      <a:folHlink>
        <a:srgbClr val="CC99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